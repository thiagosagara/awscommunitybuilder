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1" r:id="rId4"/>
  </p:sldMasterIdLst>
  <p:notesMasterIdLst>
    <p:notesMasterId r:id="rId24"/>
  </p:notesMasterIdLst>
  <p:handoutMasterIdLst>
    <p:handoutMasterId r:id="rId25"/>
  </p:handoutMasterIdLst>
  <p:sldIdLst>
    <p:sldId id="2147483552" r:id="rId5"/>
    <p:sldId id="2147483532" r:id="rId6"/>
    <p:sldId id="2147483533" r:id="rId7"/>
    <p:sldId id="2147483534" r:id="rId8"/>
    <p:sldId id="2147483535" r:id="rId9"/>
    <p:sldId id="2147483536" r:id="rId10"/>
    <p:sldId id="2147483537" r:id="rId11"/>
    <p:sldId id="2147483538" r:id="rId12"/>
    <p:sldId id="2147483539" r:id="rId13"/>
    <p:sldId id="2147483540" r:id="rId14"/>
    <p:sldId id="2147483520" r:id="rId15"/>
    <p:sldId id="2147483521" r:id="rId16"/>
    <p:sldId id="2147483498" r:id="rId17"/>
    <p:sldId id="2147483541" r:id="rId18"/>
    <p:sldId id="2147483544" r:id="rId19"/>
    <p:sldId id="2147483545" r:id="rId20"/>
    <p:sldId id="2147483546" r:id="rId21"/>
    <p:sldId id="2147483542" r:id="rId22"/>
    <p:sldId id="2147483543" r:id="rId23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FE7021-C8C4-9B53-528C-497F12266844}" name="Thiago Nunes Marques" initials="TM" userId="S::thiago.marques@darede.com.br::dce263a7-ad90-4d73-8fe4-82134c2baa66" providerId="AD"/>
  <p188:author id="{BE252553-09B2-545D-D89C-A9C1DA2A98D0}" name="Cintia Domingues Holanda" initials="CH" userId="S::cintia.holanda@darede.com.br::6ca610bf-6e6c-4cdd-a9a9-1186570db458" providerId="AD"/>
  <p188:author id="{2EAD42B3-5ACB-5D25-7C56-56F4DE132B93}" name="Lucas Cardoso" initials="LC" userId="S::lucas.cardoso@darede.com.br::d0f328cb-8f7b-4de2-8ed6-63cf57f8bc94" providerId="AD"/>
  <p188:author id="{CF9FCDD1-8D62-22BE-E870-F60BE0E6B9F1}" name="Ricardo Amaral Caeiro" initials="RC" userId="S::ricardo.caeiro@darede.com.br::dc0defa8-b03c-46a7-8b95-907bce82c3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1B"/>
    <a:srgbClr val="D9D912"/>
    <a:srgbClr val="000000"/>
    <a:srgbClr val="0C502C"/>
    <a:srgbClr val="F1A22D"/>
    <a:srgbClr val="077F5A"/>
    <a:srgbClr val="0F4E32"/>
    <a:srgbClr val="92D050"/>
    <a:srgbClr val="C9E7CC"/>
    <a:srgbClr val="7570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B20BB-A17B-4EC8-91F4-93869E5B6B24}" v="1" dt="2026-10-20T18:40:29.877"/>
    <p1510:client id="{3BF483F2-084C-4BFC-99D2-8B2701831A54}" v="1" dt="2026-10-20T19:39:35.088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499" autoAdjust="0"/>
  </p:normalViewPr>
  <p:slideViewPr>
    <p:cSldViewPr snapToGrid="0">
      <p:cViewPr varScale="1">
        <p:scale>
          <a:sx n="94" d="100"/>
          <a:sy n="94" d="100"/>
        </p:scale>
        <p:origin x="228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unes Marques" userId="dce263a7-ad90-4d73-8fe4-82134c2baa66" providerId="ADAL" clId="{3CD70271-57F3-4E4E-BB86-D11C6874D2FE}"/>
    <pc:docChg chg="custSel addSld delSld modSld addMainMaster delMainMaster">
      <pc:chgData name="Thiago Nunes Marques" userId="dce263a7-ad90-4d73-8fe4-82134c2baa66" providerId="ADAL" clId="{3CD70271-57F3-4E4E-BB86-D11C6874D2FE}" dt="2026-10-20T19:55:50.132" v="29" actId="478"/>
      <pc:docMkLst>
        <pc:docMk/>
      </pc:docMkLst>
      <pc:sldChg chg="modSp mod modClrScheme chgLayout">
        <pc:chgData name="Thiago Nunes Marques" userId="dce263a7-ad90-4d73-8fe4-82134c2baa66" providerId="ADAL" clId="{3CD70271-57F3-4E4E-BB86-D11C6874D2FE}" dt="2026-10-20T19:52:02.881" v="13"/>
        <pc:sldMkLst>
          <pc:docMk/>
          <pc:sldMk cId="2864706227" sldId="2147483498"/>
        </pc:sldMkLst>
        <pc:spChg chg="mod ord">
          <ac:chgData name="Thiago Nunes Marques" userId="dce263a7-ad90-4d73-8fe4-82134c2baa66" providerId="ADAL" clId="{3CD70271-57F3-4E4E-BB86-D11C6874D2FE}" dt="2026-10-20T19:52:02.881" v="13"/>
          <ac:spMkLst>
            <pc:docMk/>
            <pc:sldMk cId="2864706227" sldId="2147483498"/>
            <ac:spMk id="2" creationId="{2EA2CBF0-FB3D-0D93-CDB4-B61D6E3522C7}"/>
          </ac:spMkLst>
        </pc:spChg>
        <pc:spChg chg="mod ord">
          <ac:chgData name="Thiago Nunes Marques" userId="dce263a7-ad90-4d73-8fe4-82134c2baa66" providerId="ADAL" clId="{3CD70271-57F3-4E4E-BB86-D11C6874D2FE}" dt="2026-10-20T19:52:02.881" v="13"/>
          <ac:spMkLst>
            <pc:docMk/>
            <pc:sldMk cId="2864706227" sldId="2147483498"/>
            <ac:spMk id="3" creationId="{EC9D57FA-2BC5-347C-EE16-91C7A2B7E3A2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47.135" v="28" actId="478"/>
        <pc:sldMkLst>
          <pc:docMk/>
          <pc:sldMk cId="3453802437" sldId="2147483520"/>
        </pc:sldMkLst>
        <pc:spChg chg="mod ord">
          <ac:chgData name="Thiago Nunes Marques" userId="dce263a7-ad90-4d73-8fe4-82134c2baa66" providerId="ADAL" clId="{3CD70271-57F3-4E4E-BB86-D11C6874D2FE}" dt="2026-10-20T19:52:02.878" v="11"/>
          <ac:spMkLst>
            <pc:docMk/>
            <pc:sldMk cId="3453802437" sldId="2147483520"/>
            <ac:spMk id="2" creationId="{AA9AD13F-9BB2-2E19-5784-E1017D3E3F92}"/>
          </ac:spMkLst>
        </pc:spChg>
        <pc:spChg chg="del mod ord">
          <ac:chgData name="Thiago Nunes Marques" userId="dce263a7-ad90-4d73-8fe4-82134c2baa66" providerId="ADAL" clId="{3CD70271-57F3-4E4E-BB86-D11C6874D2FE}" dt="2026-10-20T19:55:47.135" v="28" actId="478"/>
          <ac:spMkLst>
            <pc:docMk/>
            <pc:sldMk cId="3453802437" sldId="2147483520"/>
            <ac:spMk id="3" creationId="{AB5464BE-50B3-491E-3285-5923CC8E9E7E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50.132" v="29" actId="478"/>
        <pc:sldMkLst>
          <pc:docMk/>
          <pc:sldMk cId="3730261566" sldId="2147483521"/>
        </pc:sldMkLst>
        <pc:spChg chg="mod ord">
          <ac:chgData name="Thiago Nunes Marques" userId="dce263a7-ad90-4d73-8fe4-82134c2baa66" providerId="ADAL" clId="{3CD70271-57F3-4E4E-BB86-D11C6874D2FE}" dt="2026-10-20T19:52:02.880" v="12"/>
          <ac:spMkLst>
            <pc:docMk/>
            <pc:sldMk cId="3730261566" sldId="2147483521"/>
            <ac:spMk id="2" creationId="{474F4603-CD9B-082D-4319-083902E0B3FB}"/>
          </ac:spMkLst>
        </pc:spChg>
        <pc:spChg chg="del mod ord">
          <ac:chgData name="Thiago Nunes Marques" userId="dce263a7-ad90-4d73-8fe4-82134c2baa66" providerId="ADAL" clId="{3CD70271-57F3-4E4E-BB86-D11C6874D2FE}" dt="2026-10-20T19:55:50.132" v="29" actId="478"/>
          <ac:spMkLst>
            <pc:docMk/>
            <pc:sldMk cId="3730261566" sldId="2147483521"/>
            <ac:spMk id="3" creationId="{C3C39FCB-536D-1FF9-A0B4-ECA64AB4DDEA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61" v="2"/>
        <pc:sldMkLst>
          <pc:docMk/>
          <pc:sldMk cId="471687346" sldId="2147483532"/>
        </pc:sldMkLst>
        <pc:spChg chg="mod ord">
          <ac:chgData name="Thiago Nunes Marques" userId="dce263a7-ad90-4d73-8fe4-82134c2baa66" providerId="ADAL" clId="{3CD70271-57F3-4E4E-BB86-D11C6874D2FE}" dt="2026-10-20T19:52:02.861" v="2"/>
          <ac:spMkLst>
            <pc:docMk/>
            <pc:sldMk cId="471687346" sldId="2147483532"/>
            <ac:spMk id="2" creationId="{653CC9F6-3144-8456-454D-6CF8D6D0BC9A}"/>
          </ac:spMkLst>
        </pc:spChg>
        <pc:spChg chg="mod ord">
          <ac:chgData name="Thiago Nunes Marques" userId="dce263a7-ad90-4d73-8fe4-82134c2baa66" providerId="ADAL" clId="{3CD70271-57F3-4E4E-BB86-D11C6874D2FE}" dt="2026-10-20T19:52:02.861" v="2"/>
          <ac:spMkLst>
            <pc:docMk/>
            <pc:sldMk cId="471687346" sldId="2147483532"/>
            <ac:spMk id="3" creationId="{DF7FC64D-88FF-9F00-B13D-36396A9A697F}"/>
          </ac:spMkLst>
        </pc:spChg>
        <pc:spChg chg="mod ord">
          <ac:chgData name="Thiago Nunes Marques" userId="dce263a7-ad90-4d73-8fe4-82134c2baa66" providerId="ADAL" clId="{3CD70271-57F3-4E4E-BB86-D11C6874D2FE}" dt="2026-10-20T19:52:02.861" v="2"/>
          <ac:spMkLst>
            <pc:docMk/>
            <pc:sldMk cId="471687346" sldId="2147483532"/>
            <ac:spMk id="4" creationId="{8C62BF9C-5353-ED05-466B-498833DCEE22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63" v="3"/>
        <pc:sldMkLst>
          <pc:docMk/>
          <pc:sldMk cId="2913916461" sldId="2147483533"/>
        </pc:sldMkLst>
        <pc:spChg chg="mod ord">
          <ac:chgData name="Thiago Nunes Marques" userId="dce263a7-ad90-4d73-8fe4-82134c2baa66" providerId="ADAL" clId="{3CD70271-57F3-4E4E-BB86-D11C6874D2FE}" dt="2026-10-20T19:52:02.863" v="3"/>
          <ac:spMkLst>
            <pc:docMk/>
            <pc:sldMk cId="2913916461" sldId="2147483533"/>
            <ac:spMk id="2" creationId="{7E3062BB-189E-004F-5E92-D7AF89A84C99}"/>
          </ac:spMkLst>
        </pc:spChg>
        <pc:spChg chg="mod ord">
          <ac:chgData name="Thiago Nunes Marques" userId="dce263a7-ad90-4d73-8fe4-82134c2baa66" providerId="ADAL" clId="{3CD70271-57F3-4E4E-BB86-D11C6874D2FE}" dt="2026-10-20T19:52:02.863" v="3"/>
          <ac:spMkLst>
            <pc:docMk/>
            <pc:sldMk cId="2913916461" sldId="2147483533"/>
            <ac:spMk id="3" creationId="{2AE341E5-B562-96C5-164B-3CD121A1CA00}"/>
          </ac:spMkLst>
        </pc:spChg>
        <pc:spChg chg="mod ord">
          <ac:chgData name="Thiago Nunes Marques" userId="dce263a7-ad90-4d73-8fe4-82134c2baa66" providerId="ADAL" clId="{3CD70271-57F3-4E4E-BB86-D11C6874D2FE}" dt="2026-10-20T19:52:02.863" v="3"/>
          <ac:spMkLst>
            <pc:docMk/>
            <pc:sldMk cId="2913916461" sldId="2147483533"/>
            <ac:spMk id="4" creationId="{B8C82159-9580-CFED-FB08-D49AF7CEBD68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64" v="4"/>
        <pc:sldMkLst>
          <pc:docMk/>
          <pc:sldMk cId="2950164016" sldId="2147483534"/>
        </pc:sldMkLst>
        <pc:spChg chg="mod ord">
          <ac:chgData name="Thiago Nunes Marques" userId="dce263a7-ad90-4d73-8fe4-82134c2baa66" providerId="ADAL" clId="{3CD70271-57F3-4E4E-BB86-D11C6874D2FE}" dt="2026-10-20T19:52:02.864" v="4"/>
          <ac:spMkLst>
            <pc:docMk/>
            <pc:sldMk cId="2950164016" sldId="2147483534"/>
            <ac:spMk id="2" creationId="{39B60BAA-6874-20E6-1A36-CBAA22595B00}"/>
          </ac:spMkLst>
        </pc:spChg>
        <pc:spChg chg="mod ord">
          <ac:chgData name="Thiago Nunes Marques" userId="dce263a7-ad90-4d73-8fe4-82134c2baa66" providerId="ADAL" clId="{3CD70271-57F3-4E4E-BB86-D11C6874D2FE}" dt="2026-10-20T19:52:02.864" v="4"/>
          <ac:spMkLst>
            <pc:docMk/>
            <pc:sldMk cId="2950164016" sldId="2147483534"/>
            <ac:spMk id="3" creationId="{ED0EEE85-E39D-D08C-FA58-165854F187AC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64" v="5"/>
        <pc:sldMkLst>
          <pc:docMk/>
          <pc:sldMk cId="3496081544" sldId="2147483535"/>
        </pc:sldMkLst>
        <pc:spChg chg="mod ord">
          <ac:chgData name="Thiago Nunes Marques" userId="dce263a7-ad90-4d73-8fe4-82134c2baa66" providerId="ADAL" clId="{3CD70271-57F3-4E4E-BB86-D11C6874D2FE}" dt="2026-10-20T19:52:02.864" v="5"/>
          <ac:spMkLst>
            <pc:docMk/>
            <pc:sldMk cId="3496081544" sldId="2147483535"/>
            <ac:spMk id="2" creationId="{DFFC52AE-7E1A-636F-4493-5ADCE99994A7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29.720" v="24" actId="478"/>
        <pc:sldMkLst>
          <pc:docMk/>
          <pc:sldMk cId="849517283" sldId="2147483536"/>
        </pc:sldMkLst>
        <pc:spChg chg="mod ord">
          <ac:chgData name="Thiago Nunes Marques" userId="dce263a7-ad90-4d73-8fe4-82134c2baa66" providerId="ADAL" clId="{3CD70271-57F3-4E4E-BB86-D11C6874D2FE}" dt="2026-10-20T19:52:02.868" v="6"/>
          <ac:spMkLst>
            <pc:docMk/>
            <pc:sldMk cId="849517283" sldId="2147483536"/>
            <ac:spMk id="2" creationId="{538F65EE-A86F-C969-0AC7-2646EC15864D}"/>
          </ac:spMkLst>
        </pc:spChg>
        <pc:spChg chg="del mod ord">
          <ac:chgData name="Thiago Nunes Marques" userId="dce263a7-ad90-4d73-8fe4-82134c2baa66" providerId="ADAL" clId="{3CD70271-57F3-4E4E-BB86-D11C6874D2FE}" dt="2026-10-20T19:55:29.720" v="24" actId="478"/>
          <ac:spMkLst>
            <pc:docMk/>
            <pc:sldMk cId="849517283" sldId="2147483536"/>
            <ac:spMk id="3" creationId="{628DB25B-3FC2-9E2E-5B06-F3AF9AF14A40}"/>
          </ac:spMkLst>
        </pc:spChg>
        <pc:spChg chg="del mod ord">
          <ac:chgData name="Thiago Nunes Marques" userId="dce263a7-ad90-4d73-8fe4-82134c2baa66" providerId="ADAL" clId="{3CD70271-57F3-4E4E-BB86-D11C6874D2FE}" dt="2026-10-20T19:55:28.730" v="23" actId="478"/>
          <ac:spMkLst>
            <pc:docMk/>
            <pc:sldMk cId="849517283" sldId="2147483536"/>
            <ac:spMk id="4" creationId="{891D417F-7242-BF4D-292B-9A70206A3227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36.624" v="25" actId="478"/>
        <pc:sldMkLst>
          <pc:docMk/>
          <pc:sldMk cId="675536328" sldId="2147483537"/>
        </pc:sldMkLst>
        <pc:spChg chg="mod ord">
          <ac:chgData name="Thiago Nunes Marques" userId="dce263a7-ad90-4d73-8fe4-82134c2baa66" providerId="ADAL" clId="{3CD70271-57F3-4E4E-BB86-D11C6874D2FE}" dt="2026-10-20T19:52:02.870" v="7"/>
          <ac:spMkLst>
            <pc:docMk/>
            <pc:sldMk cId="675536328" sldId="2147483537"/>
            <ac:spMk id="2" creationId="{E2DF8B62-018C-698D-F3D0-47E4589D5017}"/>
          </ac:spMkLst>
        </pc:spChg>
        <pc:spChg chg="del mod ord">
          <ac:chgData name="Thiago Nunes Marques" userId="dce263a7-ad90-4d73-8fe4-82134c2baa66" providerId="ADAL" clId="{3CD70271-57F3-4E4E-BB86-D11C6874D2FE}" dt="2026-10-20T19:55:36.624" v="25" actId="478"/>
          <ac:spMkLst>
            <pc:docMk/>
            <pc:sldMk cId="675536328" sldId="2147483537"/>
            <ac:spMk id="3" creationId="{E7702627-5FB3-7DA1-8BD6-EE30D3795468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40.350" v="26" actId="478"/>
        <pc:sldMkLst>
          <pc:docMk/>
          <pc:sldMk cId="2104686222" sldId="2147483538"/>
        </pc:sldMkLst>
        <pc:spChg chg="mod ord">
          <ac:chgData name="Thiago Nunes Marques" userId="dce263a7-ad90-4d73-8fe4-82134c2baa66" providerId="ADAL" clId="{3CD70271-57F3-4E4E-BB86-D11C6874D2FE}" dt="2026-10-20T19:52:02.873" v="8"/>
          <ac:spMkLst>
            <pc:docMk/>
            <pc:sldMk cId="2104686222" sldId="2147483538"/>
            <ac:spMk id="2" creationId="{BB033467-59C8-DFAB-A822-30C6748EB5FF}"/>
          </ac:spMkLst>
        </pc:spChg>
        <pc:spChg chg="del mod ord">
          <ac:chgData name="Thiago Nunes Marques" userId="dce263a7-ad90-4d73-8fe4-82134c2baa66" providerId="ADAL" clId="{3CD70271-57F3-4E4E-BB86-D11C6874D2FE}" dt="2026-10-20T19:55:40.350" v="26" actId="478"/>
          <ac:spMkLst>
            <pc:docMk/>
            <pc:sldMk cId="2104686222" sldId="2147483538"/>
            <ac:spMk id="22" creationId="{8D7A39FB-53A4-9538-B7BD-26287BD5ABEA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74" v="9"/>
        <pc:sldMkLst>
          <pc:docMk/>
          <pc:sldMk cId="1679078980" sldId="2147483539"/>
        </pc:sldMkLst>
        <pc:spChg chg="mod ord">
          <ac:chgData name="Thiago Nunes Marques" userId="dce263a7-ad90-4d73-8fe4-82134c2baa66" providerId="ADAL" clId="{3CD70271-57F3-4E4E-BB86-D11C6874D2FE}" dt="2026-10-20T19:52:02.874" v="9"/>
          <ac:spMkLst>
            <pc:docMk/>
            <pc:sldMk cId="1679078980" sldId="2147483539"/>
            <ac:spMk id="2" creationId="{053F31CD-DA0C-B15F-BD85-6F0F91059AA7}"/>
          </ac:spMkLst>
        </pc:spChg>
      </pc:sldChg>
      <pc:sldChg chg="delSp modSp mod modClrScheme chgLayout">
        <pc:chgData name="Thiago Nunes Marques" userId="dce263a7-ad90-4d73-8fe4-82134c2baa66" providerId="ADAL" clId="{3CD70271-57F3-4E4E-BB86-D11C6874D2FE}" dt="2026-10-20T19:55:44.511" v="27" actId="478"/>
        <pc:sldMkLst>
          <pc:docMk/>
          <pc:sldMk cId="1290727579" sldId="2147483540"/>
        </pc:sldMkLst>
        <pc:spChg chg="mod ord">
          <ac:chgData name="Thiago Nunes Marques" userId="dce263a7-ad90-4d73-8fe4-82134c2baa66" providerId="ADAL" clId="{3CD70271-57F3-4E4E-BB86-D11C6874D2FE}" dt="2026-10-20T19:52:02.876" v="10"/>
          <ac:spMkLst>
            <pc:docMk/>
            <pc:sldMk cId="1290727579" sldId="2147483540"/>
            <ac:spMk id="2" creationId="{8D12FAB1-E34D-36F8-E30C-56D982616AC9}"/>
          </ac:spMkLst>
        </pc:spChg>
        <pc:spChg chg="del mod ord">
          <ac:chgData name="Thiago Nunes Marques" userId="dce263a7-ad90-4d73-8fe4-82134c2baa66" providerId="ADAL" clId="{3CD70271-57F3-4E4E-BB86-D11C6874D2FE}" dt="2026-10-20T19:55:44.511" v="27" actId="478"/>
          <ac:spMkLst>
            <pc:docMk/>
            <pc:sldMk cId="1290727579" sldId="2147483540"/>
            <ac:spMk id="15" creationId="{8C6C8118-1539-1881-5661-E965B6313BAF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82" v="14"/>
        <pc:sldMkLst>
          <pc:docMk/>
          <pc:sldMk cId="2515975087" sldId="2147483541"/>
        </pc:sldMkLst>
        <pc:spChg chg="mod ord">
          <ac:chgData name="Thiago Nunes Marques" userId="dce263a7-ad90-4d73-8fe4-82134c2baa66" providerId="ADAL" clId="{3CD70271-57F3-4E4E-BB86-D11C6874D2FE}" dt="2026-10-20T19:52:02.882" v="14"/>
          <ac:spMkLst>
            <pc:docMk/>
            <pc:sldMk cId="2515975087" sldId="2147483541"/>
            <ac:spMk id="2" creationId="{456C0730-F263-CAF2-52B0-221AFD8908C5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88" v="18"/>
        <pc:sldMkLst>
          <pc:docMk/>
          <pc:sldMk cId="2613700256" sldId="2147483542"/>
        </pc:sldMkLst>
        <pc:spChg chg="mod ord">
          <ac:chgData name="Thiago Nunes Marques" userId="dce263a7-ad90-4d73-8fe4-82134c2baa66" providerId="ADAL" clId="{3CD70271-57F3-4E4E-BB86-D11C6874D2FE}" dt="2026-10-20T19:52:02.888" v="18"/>
          <ac:spMkLst>
            <pc:docMk/>
            <pc:sldMk cId="2613700256" sldId="2147483542"/>
            <ac:spMk id="2" creationId="{4AE188A8-CA5F-86D7-8FBB-244F7296045B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90" v="19"/>
        <pc:sldMkLst>
          <pc:docMk/>
          <pc:sldMk cId="2624987620" sldId="2147483543"/>
        </pc:sldMkLst>
        <pc:spChg chg="mod ord">
          <ac:chgData name="Thiago Nunes Marques" userId="dce263a7-ad90-4d73-8fe4-82134c2baa66" providerId="ADAL" clId="{3CD70271-57F3-4E4E-BB86-D11C6874D2FE}" dt="2026-10-20T19:52:02.890" v="19"/>
          <ac:spMkLst>
            <pc:docMk/>
            <pc:sldMk cId="2624987620" sldId="2147483543"/>
            <ac:spMk id="2" creationId="{36E9F4E1-8005-FE1A-C940-BCA7A678BE93}"/>
          </ac:spMkLst>
        </pc:spChg>
        <pc:spChg chg="mod ord">
          <ac:chgData name="Thiago Nunes Marques" userId="dce263a7-ad90-4d73-8fe4-82134c2baa66" providerId="ADAL" clId="{3CD70271-57F3-4E4E-BB86-D11C6874D2FE}" dt="2026-10-20T19:52:02.890" v="19"/>
          <ac:spMkLst>
            <pc:docMk/>
            <pc:sldMk cId="2624987620" sldId="2147483543"/>
            <ac:spMk id="3" creationId="{60429FC7-05CC-E0F1-0A3E-351C66FCBEA3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85" v="15"/>
        <pc:sldMkLst>
          <pc:docMk/>
          <pc:sldMk cId="3265843140" sldId="2147483544"/>
        </pc:sldMkLst>
        <pc:spChg chg="mod ord">
          <ac:chgData name="Thiago Nunes Marques" userId="dce263a7-ad90-4d73-8fe4-82134c2baa66" providerId="ADAL" clId="{3CD70271-57F3-4E4E-BB86-D11C6874D2FE}" dt="2026-10-20T19:52:02.885" v="15"/>
          <ac:spMkLst>
            <pc:docMk/>
            <pc:sldMk cId="3265843140" sldId="2147483544"/>
            <ac:spMk id="2" creationId="{FDBFA37E-A58F-61D9-3C00-BA7315445674}"/>
          </ac:spMkLst>
        </pc:spChg>
        <pc:spChg chg="mod ord">
          <ac:chgData name="Thiago Nunes Marques" userId="dce263a7-ad90-4d73-8fe4-82134c2baa66" providerId="ADAL" clId="{3CD70271-57F3-4E4E-BB86-D11C6874D2FE}" dt="2026-10-20T19:52:02.885" v="15"/>
          <ac:spMkLst>
            <pc:docMk/>
            <pc:sldMk cId="3265843140" sldId="2147483544"/>
            <ac:spMk id="3" creationId="{8497A4E4-4FDB-5889-9050-D9DCD68EB3A3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86" v="16"/>
        <pc:sldMkLst>
          <pc:docMk/>
          <pc:sldMk cId="3425319052" sldId="2147483545"/>
        </pc:sldMkLst>
        <pc:spChg chg="mod ord">
          <ac:chgData name="Thiago Nunes Marques" userId="dce263a7-ad90-4d73-8fe4-82134c2baa66" providerId="ADAL" clId="{3CD70271-57F3-4E4E-BB86-D11C6874D2FE}" dt="2026-10-20T19:52:02.886" v="16"/>
          <ac:spMkLst>
            <pc:docMk/>
            <pc:sldMk cId="3425319052" sldId="2147483545"/>
            <ac:spMk id="2" creationId="{CB807FD0-E6AE-B52F-EE2C-29002F2951B0}"/>
          </ac:spMkLst>
        </pc:spChg>
        <pc:spChg chg="mod ord">
          <ac:chgData name="Thiago Nunes Marques" userId="dce263a7-ad90-4d73-8fe4-82134c2baa66" providerId="ADAL" clId="{3CD70271-57F3-4E4E-BB86-D11C6874D2FE}" dt="2026-10-20T19:52:02.886" v="16"/>
          <ac:spMkLst>
            <pc:docMk/>
            <pc:sldMk cId="3425319052" sldId="2147483545"/>
            <ac:spMk id="3" creationId="{F12394EE-936B-2533-62C9-CFF48B6E3005}"/>
          </ac:spMkLst>
        </pc:spChg>
      </pc:sldChg>
      <pc:sldChg chg="modSp mod modClrScheme chgLayout">
        <pc:chgData name="Thiago Nunes Marques" userId="dce263a7-ad90-4d73-8fe4-82134c2baa66" providerId="ADAL" clId="{3CD70271-57F3-4E4E-BB86-D11C6874D2FE}" dt="2026-10-20T19:52:02.887" v="17"/>
        <pc:sldMkLst>
          <pc:docMk/>
          <pc:sldMk cId="608168209" sldId="2147483546"/>
        </pc:sldMkLst>
        <pc:spChg chg="mod ord">
          <ac:chgData name="Thiago Nunes Marques" userId="dce263a7-ad90-4d73-8fe4-82134c2baa66" providerId="ADAL" clId="{3CD70271-57F3-4E4E-BB86-D11C6874D2FE}" dt="2026-10-20T19:52:02.887" v="17"/>
          <ac:spMkLst>
            <pc:docMk/>
            <pc:sldMk cId="608168209" sldId="2147483546"/>
            <ac:spMk id="2" creationId="{F69A9033-61DE-1B41-29CA-57EC6A5D0817}"/>
          </ac:spMkLst>
        </pc:spChg>
        <pc:spChg chg="mod ord">
          <ac:chgData name="Thiago Nunes Marques" userId="dce263a7-ad90-4d73-8fe4-82134c2baa66" providerId="ADAL" clId="{3CD70271-57F3-4E4E-BB86-D11C6874D2FE}" dt="2026-10-20T19:52:02.887" v="17"/>
          <ac:spMkLst>
            <pc:docMk/>
            <pc:sldMk cId="608168209" sldId="2147483546"/>
            <ac:spMk id="3" creationId="{B3954D6E-9755-1776-3B83-5D7D6C81088F}"/>
          </ac:spMkLst>
        </pc:spChg>
      </pc:sldChg>
      <pc:sldChg chg="del">
        <pc:chgData name="Thiago Nunes Marques" userId="dce263a7-ad90-4d73-8fe4-82134c2baa66" providerId="ADAL" clId="{3CD70271-57F3-4E4E-BB86-D11C6874D2FE}" dt="2026-10-20T19:52:02.826" v="1"/>
        <pc:sldMkLst>
          <pc:docMk/>
          <pc:sldMk cId="1147135659" sldId="2147483551"/>
        </pc:sldMkLst>
      </pc:sldChg>
      <pc:sldChg chg="add modNotesTx">
        <pc:chgData name="Thiago Nunes Marques" userId="dce263a7-ad90-4d73-8fe4-82134c2baa66" providerId="ADAL" clId="{3CD70271-57F3-4E4E-BB86-D11C6874D2FE}" dt="2026-10-20T19:55:17.464" v="22" actId="6549"/>
        <pc:sldMkLst>
          <pc:docMk/>
          <pc:sldMk cId="1531015457" sldId="2147483552"/>
        </pc:sldMkLst>
      </pc:sldChg>
      <pc:sldChg chg="new del">
        <pc:chgData name="Thiago Nunes Marques" userId="dce263a7-ad90-4d73-8fe4-82134c2baa66" providerId="ADAL" clId="{3CD70271-57F3-4E4E-BB86-D11C6874D2FE}" dt="2026-10-20T19:52:03.058" v="21"/>
        <pc:sldMkLst>
          <pc:docMk/>
          <pc:sldMk cId="1932130848" sldId="2147483553"/>
        </pc:sldMkLst>
      </pc:sldChg>
      <pc:sldMasterChg chg="del delSldLayout">
        <pc:chgData name="Thiago Nunes Marques" userId="dce263a7-ad90-4d73-8fe4-82134c2baa66" providerId="ADAL" clId="{3CD70271-57F3-4E4E-BB86-D11C6874D2FE}" dt="2026-10-20T19:52:03.058" v="21"/>
        <pc:sldMasterMkLst>
          <pc:docMk/>
          <pc:sldMasterMk cId="1373643741" sldId="2147484066"/>
        </pc:sldMasterMkLst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845079690" sldId="214748401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314870587" sldId="214748401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064614008" sldId="214748401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082266506" sldId="2147484015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204782547" sldId="2147484016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178783965" sldId="2147484017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845579273" sldId="2147484018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467024258" sldId="2147484019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026574099" sldId="2147484020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35081097" sldId="2147484021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026954715" sldId="214748402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503350492" sldId="214748402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276239370" sldId="214748402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079178707" sldId="2147484025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809553432" sldId="2147484026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690510249" sldId="2147484027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064585424" sldId="2147484028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594699878" sldId="2147484029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860788858" sldId="2147484030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96290113" sldId="2147484031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290131970" sldId="214748403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145478719" sldId="214748403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641355855" sldId="214748403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567001699" sldId="2147484035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707413817" sldId="2147484036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633584631" sldId="2147484037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504218184" sldId="2147484038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139778058" sldId="2147484039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813867842" sldId="2147484040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286816779" sldId="2147484041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849860798" sldId="214748404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898410395" sldId="214748404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953946941" sldId="214748404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333108694" sldId="2147484045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934005334" sldId="2147484046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960236317" sldId="2147484047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511479117" sldId="2147484048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20610665" sldId="2147484049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099581988" sldId="2147484050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591358847" sldId="2147484051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124535195" sldId="214748405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204482559" sldId="214748405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992485331" sldId="214748405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177287686" sldId="2147484055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476979649" sldId="2147484056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1537686277" sldId="2147484057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4246727253" sldId="2147484058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557563814" sldId="2147484059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135712692" sldId="2147484060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547807603" sldId="2147484061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2360959198" sldId="2147484062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330699624" sldId="2147484063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3398281277" sldId="2147484064"/>
          </pc:sldLayoutMkLst>
        </pc:sldLayoutChg>
        <pc:sldLayoutChg chg="del">
          <pc:chgData name="Thiago Nunes Marques" userId="dce263a7-ad90-4d73-8fe4-82134c2baa66" providerId="ADAL" clId="{3CD70271-57F3-4E4E-BB86-D11C6874D2FE}" dt="2026-10-20T19:52:03.058" v="21"/>
          <pc:sldLayoutMkLst>
            <pc:docMk/>
            <pc:sldMasterMk cId="1373643741" sldId="2147484066"/>
            <pc:sldLayoutMk cId="57245370" sldId="2147484065"/>
          </pc:sldLayoutMkLst>
        </pc:sldLayoutChg>
      </pc:sldMasterChg>
      <pc:sldMasterChg chg="add addSldLayout">
        <pc:chgData name="Thiago Nunes Marques" userId="dce263a7-ad90-4d73-8fe4-82134c2baa66" providerId="ADAL" clId="{3CD70271-57F3-4E4E-BB86-D11C6874D2FE}" dt="2026-10-20T19:52:02.763" v="0"/>
        <pc:sldMasterMkLst>
          <pc:docMk/>
          <pc:sldMasterMk cId="1373643741" sldId="2147484121"/>
        </pc:sldMasterMkLst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845079690" sldId="214748406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314870587" sldId="214748406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064614008" sldId="214748406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082266506" sldId="2147484070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204782547" sldId="2147484071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178783965" sldId="2147484072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845579273" sldId="2147484073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467024258" sldId="2147484074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026574099" sldId="2147484075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35081097" sldId="2147484076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026954715" sldId="214748407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503350492" sldId="214748407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276239370" sldId="214748407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079178707" sldId="2147484080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809553432" sldId="2147484081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690510249" sldId="2147484082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064585424" sldId="2147484083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594699878" sldId="2147484084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860788858" sldId="2147484085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96290113" sldId="2147484086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290131970" sldId="214748408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145478719" sldId="214748408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641355855" sldId="214748408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567001699" sldId="2147484090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707413817" sldId="2147484091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633584631" sldId="2147484092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504218184" sldId="2147484093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139778058" sldId="2147484094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813867842" sldId="2147484095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286816779" sldId="2147484096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849860798" sldId="214748409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898410395" sldId="214748409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953946941" sldId="214748409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333108694" sldId="2147484100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934005334" sldId="2147484101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960236317" sldId="2147484102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511479117" sldId="2147484103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20610665" sldId="2147484104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099581988" sldId="2147484105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591358847" sldId="2147484106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124535195" sldId="214748410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204482559" sldId="214748410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992485331" sldId="214748410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177287686" sldId="2147484110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476979649" sldId="2147484111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1537686277" sldId="2147484112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4246727253" sldId="2147484113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557563814" sldId="2147484114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135712692" sldId="2147484115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547807603" sldId="2147484116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2360959198" sldId="2147484117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330699624" sldId="2147484118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3398281277" sldId="2147484119"/>
          </pc:sldLayoutMkLst>
        </pc:sldLayoutChg>
        <pc:sldLayoutChg chg="add">
          <pc:chgData name="Thiago Nunes Marques" userId="dce263a7-ad90-4d73-8fe4-82134c2baa66" providerId="ADAL" clId="{3CD70271-57F3-4E4E-BB86-D11C6874D2FE}" dt="2026-10-20T19:52:02.763" v="0"/>
          <pc:sldLayoutMkLst>
            <pc:docMk/>
            <pc:sldMasterMk cId="1373643741" sldId="2147484121"/>
            <pc:sldLayoutMk cId="57245370" sldId="214748412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B3CE755-960B-D4CE-B08B-7ECC868D352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4847F2-2A2D-AF76-416B-C1AAEB897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406DAB2-0FC3-43C7-914D-3104E5981E09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D9D867-7CA6-FB18-FFB0-9D7043282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B8FC81-4C88-1501-8734-F2F9579C3D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C125263-6D87-42D1-B7AF-0B58522CFD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366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F5D03E3-D66C-4B19-A04F-D652BE3D20B8}" type="datetimeFigureOut">
              <a:rPr lang="pt-BR" smtClean="0"/>
              <a:t>20/10/2026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CC21184-9350-4909-9B56-C0149CDE53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9751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C21184-9350-4909-9B56-C0149CDE53BB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358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https://pulse.aws/application/BM2AKLSX?p=0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21184-9350-4909-9B56-C0149CDE53B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0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5AB1-C34B-EF61-ED4A-4A24A110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4095BB-9826-85E1-F7C4-339CC6924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215A45-3F78-14E1-297A-6DF4CBFD1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https://pulse.aws/application/BM2AKLSX?p=0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5DF675-F7FD-3186-3502-2246B44BB3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C21184-9350-4909-9B56-C0149CDE53B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2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apa do Conteúdo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00" y="3327400"/>
            <a:ext cx="7112000" cy="1905000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2800" y="5308600"/>
            <a:ext cx="7112000" cy="5588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  <p:cxnSp>
        <p:nvCxnSpPr>
          <p:cNvPr id="201" name="AWS Crosshair vertical"/>
          <p:cNvCxnSpPr/>
          <p:nvPr userDrawn="1"/>
        </p:nvCxnSpPr>
        <p:spPr>
          <a:xfrm>
            <a:off x="558800" y="3327400"/>
            <a:ext cx="0" cy="2946400"/>
          </a:xfrm>
          <a:prstGeom prst="line">
            <a:avLst/>
          </a:prstGeom>
          <a:ln w="28575">
            <a:solidFill>
              <a:schemeClr val="accent2"/>
            </a:solidFill>
          </a:ln>
        </p:spPr>
      </p:cxnSp>
      <p:cxnSp>
        <p:nvCxnSpPr>
          <p:cNvPr id="202" name="AWS Crosshair horizontal"/>
          <p:cNvCxnSpPr/>
          <p:nvPr userDrawn="1"/>
        </p:nvCxnSpPr>
        <p:spPr>
          <a:xfrm>
            <a:off x="304800" y="6019800"/>
            <a:ext cx="39370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845079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314870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Texto 24">
            <a:extLst>
              <a:ext uri="{FF2B5EF4-FFF2-40B4-BE49-F238E27FC236}">
                <a16:creationId xmlns:a16="http://schemas.microsoft.com/office/drawing/2014/main" id="{5915E23A-B369-2260-1B05-A55CF7298F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2525" y="2052855"/>
            <a:ext cx="7346950" cy="7762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pt-BR"/>
              <a:t>TÓPICO DE REFERÊNCIA</a:t>
            </a:r>
          </a:p>
        </p:txBody>
      </p:sp>
      <p:sp>
        <p:nvSpPr>
          <p:cNvPr id="28" name="Título 26">
            <a:extLst>
              <a:ext uri="{FF2B5EF4-FFF2-40B4-BE49-F238E27FC236}">
                <a16:creationId xmlns:a16="http://schemas.microsoft.com/office/drawing/2014/main" id="{F7B21376-182F-39A4-FE73-7CB399E7FF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9214" y="2918714"/>
            <a:ext cx="6733572" cy="1209888"/>
          </a:xfrm>
        </p:spPr>
        <p:txBody>
          <a:bodyPr>
            <a:noAutofit/>
          </a:bodyPr>
          <a:lstStyle>
            <a:lvl1pPr>
              <a:defRPr sz="7200" b="1">
                <a:solidFill>
                  <a:schemeClr val="tx1"/>
                </a:solidFill>
              </a:defRPr>
            </a:lvl1pPr>
          </a:lstStyle>
          <a:p>
            <a:r>
              <a:rPr lang="pt-BR"/>
              <a:t>SUBDIVISÃO</a:t>
            </a:r>
          </a:p>
        </p:txBody>
      </p:sp>
    </p:spTree>
    <p:extLst>
      <p:ext uri="{BB962C8B-B14F-4D97-AF65-F5344CB8AC3E}">
        <p14:creationId xmlns:p14="http://schemas.microsoft.com/office/powerpoint/2010/main" val="406461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AA88B3F5-8C78-EB58-5134-771306D2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29" y="255551"/>
            <a:ext cx="8773100" cy="151865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8226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8"/>
            <a:ext cx="10627701" cy="44719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0478254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540166"/>
            <a:ext cx="9239250" cy="314686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783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84557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2467024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026574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11036228" cy="2770310"/>
          </a:xfrm>
        </p:spPr>
        <p:txBody>
          <a:bodyPr numCol="3" spcCol="540000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/>
              <a:t>Slide com 3 colunas para comparação de tópicos; ideal para conteúdos extensos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508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2026954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503350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239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178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553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1116783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69051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5"/>
            <a:ext cx="3932237" cy="195171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Expanda os tópicos que mencionou aqui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</p:spTree>
    <p:extLst>
      <p:ext uri="{BB962C8B-B14F-4D97-AF65-F5344CB8AC3E}">
        <p14:creationId xmlns:p14="http://schemas.microsoft.com/office/powerpoint/2010/main" val="1064585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35946998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860788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8"/>
            <a:ext cx="10627701" cy="44719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6290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91003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1319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69771"/>
            <a:ext cx="3932237" cy="2795679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accent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145478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5063" y="6578290"/>
            <a:ext cx="2146937" cy="279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326" y="1319349"/>
            <a:ext cx="11558360" cy="5107577"/>
          </a:xfrm>
        </p:spPr>
        <p:txBody>
          <a:bodyPr numCol="2" spcCol="540000">
            <a:normAutofit/>
          </a:bodyPr>
          <a:lstStyle>
            <a:lvl1pPr algn="l"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Slide com duas colunas. Ideal para conteúdos extensos e com muitos tópicos		</a:t>
            </a:r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lvl="0"/>
            <a:endParaRPr lang="pt-BR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Slide com duas colunas. Ideal para conteúdos extensos e com muitos tópicos</a:t>
            </a:r>
          </a:p>
          <a:p>
            <a:pPr lvl="0"/>
            <a:endParaRPr lang="pt-BR"/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004B9548-59E3-ECD7-115B-3F93F834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13558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14325" y="1319213"/>
            <a:ext cx="11558588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E7EF8E07-64F2-641E-E80E-7AEFCDD9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670016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13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19" name="Título 14">
            <a:extLst>
              <a:ext uri="{FF2B5EF4-FFF2-40B4-BE49-F238E27FC236}">
                <a16:creationId xmlns:a16="http://schemas.microsoft.com/office/drawing/2014/main" id="{85510D51-FE92-E721-25FE-8083B75D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335" y="255552"/>
            <a:ext cx="8886906" cy="1063797"/>
          </a:xfrm>
        </p:spPr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58AD39F3-CA31-9F4B-68CC-A18B412D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929AAA77-C5C9-23DE-AB45-809DD830D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8A5B8CC8-F7D3-3AA2-42A2-5F979AE0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584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</p:txBody>
      </p:sp>
    </p:spTree>
    <p:extLst>
      <p:ext uri="{BB962C8B-B14F-4D97-AF65-F5344CB8AC3E}">
        <p14:creationId xmlns:p14="http://schemas.microsoft.com/office/powerpoint/2010/main" val="15042181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p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6438" y="1286475"/>
            <a:ext cx="5126012" cy="2142525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pt-BR"/>
              <a:t>Título da apresentação</a:t>
            </a:r>
            <a:endParaRPr lang="en-US"/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F909F4C5-6398-463B-EAC9-F50BF3EE5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475" y="3652283"/>
            <a:ext cx="5006975" cy="66040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Pequena discussão sobre o que será abordado</a:t>
            </a:r>
          </a:p>
        </p:txBody>
      </p:sp>
    </p:spTree>
    <p:extLst>
      <p:ext uri="{BB962C8B-B14F-4D97-AF65-F5344CB8AC3E}">
        <p14:creationId xmlns:p14="http://schemas.microsoft.com/office/powerpoint/2010/main" val="21397780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8138678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o e íc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D0F6AC16-6177-EA4A-59C1-99EBF9AD4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6150" y="1897837"/>
            <a:ext cx="7283450" cy="4704612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600"/>
            </a:lvl1pPr>
          </a:lstStyle>
          <a:p>
            <a:pPr algn="just">
              <a:lnSpc>
                <a:spcPct val="120000"/>
              </a:lnSpc>
            </a:pPr>
            <a:r>
              <a:rPr lang="pt-BR" sz="2000"/>
              <a:t>Textos mais longos/apresentação de dados extensos</a:t>
            </a:r>
          </a:p>
          <a:p>
            <a:pPr algn="just">
              <a:lnSpc>
                <a:spcPct val="120000"/>
              </a:lnSpc>
            </a:pPr>
            <a:r>
              <a:rPr lang="pt-BR" sz="2000"/>
              <a:t>ut </a:t>
            </a:r>
            <a:r>
              <a:rPr lang="pt-BR" sz="2000" err="1"/>
              <a:t>laoreet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magna </a:t>
            </a:r>
            <a:r>
              <a:rPr lang="pt-BR" sz="2000" err="1"/>
              <a:t>aliquam</a:t>
            </a:r>
            <a:r>
              <a:rPr lang="pt-BR" sz="2000"/>
              <a:t> erat </a:t>
            </a:r>
            <a:r>
              <a:rPr lang="pt-BR" sz="2000" err="1"/>
              <a:t>volutpat</a:t>
            </a:r>
            <a:r>
              <a:rPr lang="pt-BR" sz="2000"/>
              <a:t>. Ut </a:t>
            </a:r>
            <a:r>
              <a:rPr lang="pt-BR" sz="2000" err="1"/>
              <a:t>wisi</a:t>
            </a:r>
            <a:r>
              <a:rPr lang="pt-BR" sz="2000"/>
              <a:t> </a:t>
            </a:r>
            <a:r>
              <a:rPr lang="pt-BR" sz="2000" err="1"/>
              <a:t>enim</a:t>
            </a:r>
            <a:r>
              <a:rPr lang="pt-BR" sz="2000"/>
              <a:t> ad </a:t>
            </a:r>
            <a:r>
              <a:rPr lang="pt-BR" sz="2000" err="1"/>
              <a:t>minim</a:t>
            </a:r>
            <a:r>
              <a:rPr lang="pt-BR" sz="2000"/>
              <a:t> </a:t>
            </a:r>
            <a:r>
              <a:rPr lang="pt-BR" sz="2000" err="1"/>
              <a:t>veniam</a:t>
            </a:r>
            <a:r>
              <a:rPr lang="pt-BR" sz="2000"/>
              <a:t>, quis </a:t>
            </a:r>
            <a:r>
              <a:rPr lang="pt-BR" sz="2000" err="1"/>
              <a:t>nostrud</a:t>
            </a:r>
            <a:r>
              <a:rPr lang="pt-BR" sz="2000"/>
              <a:t> exerci </a:t>
            </a:r>
            <a:r>
              <a:rPr lang="pt-BR" sz="2000" err="1"/>
              <a:t>tation</a:t>
            </a:r>
            <a:r>
              <a:rPr lang="pt-BR" sz="2000"/>
              <a:t> </a:t>
            </a:r>
            <a:r>
              <a:rPr lang="pt-BR" sz="2000" err="1"/>
              <a:t>ullamcorper</a:t>
            </a:r>
            <a:r>
              <a:rPr lang="pt-BR" sz="2000"/>
              <a:t> </a:t>
            </a:r>
            <a:r>
              <a:rPr lang="pt-BR" sz="2000" err="1"/>
              <a:t>suscipit</a:t>
            </a:r>
            <a:r>
              <a:rPr lang="pt-BR" sz="2000"/>
              <a:t> </a:t>
            </a:r>
            <a:r>
              <a:rPr lang="pt-BR" sz="2000" err="1"/>
              <a:t>lobortis</a:t>
            </a:r>
            <a:r>
              <a:rPr lang="pt-BR" sz="2000"/>
              <a:t> </a:t>
            </a:r>
            <a:r>
              <a:rPr lang="pt-BR" sz="2000" err="1"/>
              <a:t>nisl</a:t>
            </a:r>
            <a:r>
              <a:rPr lang="pt-BR" sz="2000"/>
              <a:t> ut </a:t>
            </a:r>
            <a:r>
              <a:rPr lang="pt-BR" sz="2000" err="1"/>
              <a:t>aliquip</a:t>
            </a:r>
            <a:r>
              <a:rPr lang="pt-BR" sz="2000"/>
              <a:t> </a:t>
            </a:r>
            <a:r>
              <a:rPr lang="pt-BR" sz="2000" err="1"/>
              <a:t>ex</a:t>
            </a:r>
            <a:r>
              <a:rPr lang="pt-BR" sz="2000"/>
              <a:t> </a:t>
            </a:r>
            <a:r>
              <a:rPr lang="pt-BR" sz="2000" err="1"/>
              <a:t>ea</a:t>
            </a:r>
            <a:r>
              <a:rPr lang="pt-BR" sz="2000"/>
              <a:t> </a:t>
            </a:r>
            <a:r>
              <a:rPr lang="pt-BR" sz="2000" err="1"/>
              <a:t>commodo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.</a:t>
            </a:r>
          </a:p>
          <a:p>
            <a:pPr algn="just">
              <a:lnSpc>
                <a:spcPct val="120000"/>
              </a:lnSpc>
            </a:pPr>
            <a:r>
              <a:rPr lang="pt-BR" sz="2000" err="1"/>
              <a:t>Duis</a:t>
            </a:r>
            <a:r>
              <a:rPr lang="pt-BR" sz="2000"/>
              <a:t> autem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eum</a:t>
            </a:r>
            <a:r>
              <a:rPr lang="pt-BR" sz="2000"/>
              <a:t> </a:t>
            </a:r>
            <a:r>
              <a:rPr lang="pt-BR" sz="2000" err="1"/>
              <a:t>iriure</a:t>
            </a:r>
            <a:r>
              <a:rPr lang="pt-BR" sz="2000"/>
              <a:t> </a:t>
            </a:r>
            <a:r>
              <a:rPr lang="pt-BR" sz="2000" err="1"/>
              <a:t>dolor</a:t>
            </a:r>
            <a:r>
              <a:rPr lang="pt-BR" sz="2000"/>
              <a:t> in </a:t>
            </a:r>
            <a:r>
              <a:rPr lang="pt-BR" sz="2000" err="1"/>
              <a:t>hendrerit</a:t>
            </a:r>
            <a:r>
              <a:rPr lang="pt-BR" sz="2000"/>
              <a:t> in </a:t>
            </a:r>
            <a:r>
              <a:rPr lang="pt-BR" sz="2000" err="1"/>
              <a:t>vulputate</a:t>
            </a:r>
            <a:r>
              <a:rPr lang="pt-BR" sz="2000"/>
              <a:t> </a:t>
            </a:r>
            <a:r>
              <a:rPr lang="pt-BR" sz="2000" err="1"/>
              <a:t>velit</a:t>
            </a:r>
            <a:r>
              <a:rPr lang="pt-BR" sz="2000"/>
              <a:t> esse </a:t>
            </a:r>
            <a:r>
              <a:rPr lang="pt-BR" sz="2000" err="1"/>
              <a:t>molestie</a:t>
            </a:r>
            <a:r>
              <a:rPr lang="pt-BR" sz="2000"/>
              <a:t> </a:t>
            </a:r>
            <a:r>
              <a:rPr lang="pt-BR" sz="2000" err="1"/>
              <a:t>consequat</a:t>
            </a:r>
            <a:r>
              <a:rPr lang="pt-BR" sz="2000"/>
              <a:t>, </a:t>
            </a:r>
            <a:r>
              <a:rPr lang="pt-BR" sz="2000" err="1"/>
              <a:t>vel</a:t>
            </a:r>
            <a:r>
              <a:rPr lang="pt-BR" sz="2000"/>
              <a:t> </a:t>
            </a:r>
            <a:r>
              <a:rPr lang="pt-BR" sz="2000" err="1"/>
              <a:t>illum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eu </a:t>
            </a:r>
            <a:r>
              <a:rPr lang="pt-BR" sz="2000" err="1"/>
              <a:t>feugiat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facilisis</a:t>
            </a:r>
            <a:r>
              <a:rPr lang="pt-BR" sz="2000"/>
              <a:t> </a:t>
            </a:r>
            <a:r>
              <a:rPr lang="pt-BR" sz="2000" err="1"/>
              <a:t>at</a:t>
            </a:r>
            <a:r>
              <a:rPr lang="pt-BR" sz="2000"/>
              <a:t> vero </a:t>
            </a:r>
            <a:r>
              <a:rPr lang="pt-BR" sz="2000" err="1"/>
              <a:t>eros</a:t>
            </a:r>
            <a:r>
              <a:rPr lang="pt-BR" sz="2000"/>
              <a:t> et </a:t>
            </a:r>
            <a:r>
              <a:rPr lang="pt-BR" sz="2000" err="1"/>
              <a:t>accumsan</a:t>
            </a:r>
            <a:r>
              <a:rPr lang="pt-BR" sz="2000"/>
              <a:t> et </a:t>
            </a:r>
            <a:r>
              <a:rPr lang="pt-BR" sz="2000" err="1"/>
              <a:t>iusto</a:t>
            </a:r>
            <a:r>
              <a:rPr lang="pt-BR" sz="2000"/>
              <a:t> </a:t>
            </a:r>
            <a:r>
              <a:rPr lang="pt-BR" sz="2000" err="1"/>
              <a:t>odio</a:t>
            </a:r>
            <a:r>
              <a:rPr lang="pt-BR" sz="2000"/>
              <a:t> </a:t>
            </a:r>
            <a:r>
              <a:rPr lang="pt-BR" sz="2000" err="1"/>
              <a:t>dignissim</a:t>
            </a:r>
            <a:r>
              <a:rPr lang="pt-BR" sz="2000"/>
              <a:t> </a:t>
            </a:r>
            <a:r>
              <a:rPr lang="pt-BR" sz="2000" err="1"/>
              <a:t>qui</a:t>
            </a:r>
            <a:r>
              <a:rPr lang="pt-BR" sz="2000"/>
              <a:t> </a:t>
            </a:r>
            <a:r>
              <a:rPr lang="pt-BR" sz="2000" err="1"/>
              <a:t>blandit</a:t>
            </a:r>
            <a:r>
              <a:rPr lang="pt-BR" sz="2000"/>
              <a:t> </a:t>
            </a:r>
            <a:r>
              <a:rPr lang="pt-BR" sz="2000" err="1"/>
              <a:t>praesent</a:t>
            </a:r>
            <a:r>
              <a:rPr lang="pt-BR" sz="2000"/>
              <a:t> </a:t>
            </a:r>
            <a:r>
              <a:rPr lang="pt-BR" sz="2000" err="1"/>
              <a:t>luptatum</a:t>
            </a:r>
            <a:r>
              <a:rPr lang="pt-BR" sz="2000"/>
              <a:t> </a:t>
            </a:r>
            <a:r>
              <a:rPr lang="pt-BR" sz="2000" err="1"/>
              <a:t>zzril</a:t>
            </a:r>
            <a:r>
              <a:rPr lang="pt-BR" sz="2000"/>
              <a:t> </a:t>
            </a:r>
            <a:r>
              <a:rPr lang="pt-BR" sz="2000" err="1"/>
              <a:t>delenit</a:t>
            </a:r>
            <a:r>
              <a:rPr lang="pt-BR" sz="2000"/>
              <a:t> augue </a:t>
            </a:r>
            <a:r>
              <a:rPr lang="pt-BR" sz="2000" err="1"/>
              <a:t>duis</a:t>
            </a:r>
            <a:r>
              <a:rPr lang="pt-BR" sz="2000"/>
              <a:t> </a:t>
            </a:r>
            <a:r>
              <a:rPr lang="pt-BR" sz="2000" err="1"/>
              <a:t>dolore</a:t>
            </a:r>
            <a:r>
              <a:rPr lang="pt-BR" sz="2000"/>
              <a:t> te </a:t>
            </a:r>
            <a:r>
              <a:rPr lang="pt-BR" sz="2000" err="1"/>
              <a:t>feugait</a:t>
            </a:r>
            <a:r>
              <a:rPr lang="pt-BR" sz="2000"/>
              <a:t> </a:t>
            </a:r>
            <a:r>
              <a:rPr lang="pt-BR" sz="2000" err="1"/>
              <a:t>nulla</a:t>
            </a:r>
            <a:r>
              <a:rPr lang="pt-BR" sz="2000"/>
              <a:t> </a:t>
            </a:r>
            <a:r>
              <a:rPr lang="pt-BR" sz="2000" err="1"/>
              <a:t>facilisi</a:t>
            </a:r>
            <a:endParaRPr lang="pt-BR"/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2AB7830-F505-1B53-00E4-D420DAFA44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768489" y="2614005"/>
            <a:ext cx="2695575" cy="269557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Ícone / imagem referente ao tema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8167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035275B5-2EFF-03ED-9B4A-4E6146721C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2150" y="1897837"/>
            <a:ext cx="10627701" cy="471174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9" name="Título 6">
            <a:extLst>
              <a:ext uri="{FF2B5EF4-FFF2-40B4-BE49-F238E27FC236}">
                <a16:creationId xmlns:a16="http://schemas.microsoft.com/office/drawing/2014/main" id="{7BAB5C96-AFE5-BD56-ACD3-094E1250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881" y="255551"/>
            <a:ext cx="8913349" cy="1642285"/>
          </a:xfrm>
        </p:spPr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498607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540166"/>
            <a:ext cx="9239250" cy="314686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84103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stacar números / d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4"/>
            <a:ext cx="9239250" cy="1154714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Números de Destaque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39469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Título do assunto a ser discutido a seguir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142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Pequena discussão sobre o que será abordado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13331086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Compare dois assuntos ou faça a evolução do tema</a:t>
            </a:r>
            <a:endParaRPr lang="en-US"/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8FDB0CB7-FF73-E4DB-5BA7-D95C673982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525" y="3268409"/>
            <a:ext cx="5545475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endParaRPr lang="pt-BR"/>
          </a:p>
          <a:p>
            <a:pPr lvl="0"/>
            <a:endParaRPr lang="pt-BR"/>
          </a:p>
        </p:txBody>
      </p:sp>
      <p:sp>
        <p:nvSpPr>
          <p:cNvPr id="5" name="Espaço Reservado para Texto 32">
            <a:extLst>
              <a:ext uri="{FF2B5EF4-FFF2-40B4-BE49-F238E27FC236}">
                <a16:creationId xmlns:a16="http://schemas.microsoft.com/office/drawing/2014/main" id="{7C6C4C26-BD8F-EF12-DE50-CCC8081171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3268409"/>
            <a:ext cx="5490754" cy="2770310"/>
          </a:xfrm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,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diam</a:t>
            </a:r>
            <a:r>
              <a:rPr lang="pt-BR"/>
              <a:t> </a:t>
            </a:r>
            <a:r>
              <a:rPr lang="pt-BR" err="1"/>
              <a:t>nonummy</a:t>
            </a:r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6059175-36BC-A2DA-0F30-15AF1CA416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526" y="2392248"/>
            <a:ext cx="11036228" cy="712176"/>
          </a:xfrm>
        </p:spPr>
        <p:txBody>
          <a:bodyPr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340053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1"/>
            <a:ext cx="7706018" cy="1309547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1" y="3390702"/>
            <a:ext cx="10155519" cy="2231445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  <p:sp>
        <p:nvSpPr>
          <p:cNvPr id="9" name="Espaço Reservado para Texto 4">
            <a:extLst>
              <a:ext uri="{FF2B5EF4-FFF2-40B4-BE49-F238E27FC236}">
                <a16:creationId xmlns:a16="http://schemas.microsoft.com/office/drawing/2014/main" id="{26ED46BA-00DB-103F-9405-1757F53B9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241" y="2673991"/>
            <a:ext cx="10155519" cy="712176"/>
          </a:xfrm>
        </p:spPr>
        <p:txBody>
          <a:bodyPr anchor="ctr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r>
              <a:rPr lang="pt-BR"/>
              <a:t>Subtítulo do assunto</a:t>
            </a:r>
          </a:p>
        </p:txBody>
      </p:sp>
    </p:spTree>
    <p:extLst>
      <p:ext uri="{BB962C8B-B14F-4D97-AF65-F5344CB8AC3E}">
        <p14:creationId xmlns:p14="http://schemas.microsoft.com/office/powerpoint/2010/main" val="39602363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mparação de assu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6024" y="240632"/>
            <a:ext cx="7706018" cy="712176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pt-BR"/>
              <a:t>Adicione um título aqui</a:t>
            </a:r>
            <a:endParaRPr lang="en-US"/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A6334320-BE0F-AAF4-A53C-1BF344892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240" y="1717566"/>
            <a:ext cx="10155519" cy="3942880"/>
          </a:xfrm>
        </p:spPr>
        <p:txBody>
          <a:bodyPr>
            <a:noAutofit/>
          </a:bodyPr>
          <a:lstStyle>
            <a:lvl1pPr algn="ctr">
              <a:defRPr sz="2000"/>
            </a:lvl1pPr>
          </a:lstStyle>
          <a:p>
            <a:pPr marL="0" indent="0">
              <a:buNone/>
            </a:pPr>
            <a:r>
              <a:rPr lang="pt-BR" i="0" u="none" strike="noStrike" cap="none">
                <a:ea typeface="Poppins"/>
                <a:cs typeface="Poppins"/>
                <a:sym typeface="Poppins"/>
              </a:rPr>
              <a:t>Breve discussão a respeito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4791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icie um tema nov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92" y="803741"/>
            <a:ext cx="5905834" cy="2852737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91" y="3667424"/>
            <a:ext cx="5905834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54" name="Espaço Reservado para Imagem 3152">
            <a:extLst>
              <a:ext uri="{FF2B5EF4-FFF2-40B4-BE49-F238E27FC236}">
                <a16:creationId xmlns:a16="http://schemas.microsoft.com/office/drawing/2014/main" id="{CF2C1CCC-B0C6-50D0-132C-6F187DE99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72300" y="803275"/>
            <a:ext cx="4459288" cy="4419600"/>
          </a:xfrm>
        </p:spPr>
        <p:txBody>
          <a:bodyPr/>
          <a:lstStyle>
            <a:lvl1pPr marL="0" indent="0" algn="just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pt-BR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		INSIRA AQUI UMA 		IMAGEM 			REFERENTE AO 		TEMA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9E4934F0-3270-DDF6-74A0-AE7102E3A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072926" y="5286993"/>
            <a:ext cx="2371725" cy="242888"/>
          </a:xfrm>
        </p:spPr>
        <p:txBody>
          <a:bodyPr>
            <a:noAutofit/>
          </a:bodyPr>
          <a:lstStyle>
            <a:lvl1pPr marL="0" indent="0" algn="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FONTE DA IMAGEM/LEGENDA</a:t>
            </a:r>
          </a:p>
        </p:txBody>
      </p:sp>
    </p:spTree>
    <p:extLst>
      <p:ext uri="{BB962C8B-B14F-4D97-AF65-F5344CB8AC3E}">
        <p14:creationId xmlns:p14="http://schemas.microsoft.com/office/powerpoint/2010/main" val="2206106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3887"/>
            <a:ext cx="3932237" cy="1955253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um assunto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0995819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438" y="1861241"/>
            <a:ext cx="5625271" cy="2142525"/>
          </a:xfrm>
        </p:spPr>
        <p:txBody>
          <a:bodyPr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Assunto de destaque!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976" y="4214904"/>
            <a:ext cx="5508014" cy="127149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Utilize slides com o tema escuro para um assunto que deseja destacar em sua apresentação</a:t>
            </a:r>
          </a:p>
          <a:p>
            <a:pPr lvl="0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59D6DE7C-B72B-91A7-E9A0-347610C893E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47046" y="1861240"/>
            <a:ext cx="3657600" cy="301544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/>
              <a:t>Ícone / imagem referente ao tema</a:t>
            </a:r>
          </a:p>
        </p:txBody>
      </p:sp>
    </p:spTree>
    <p:extLst>
      <p:ext uri="{BB962C8B-B14F-4D97-AF65-F5344CB8AC3E}">
        <p14:creationId xmlns:p14="http://schemas.microsoft.com/office/powerpoint/2010/main" val="35913588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ópico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76375" y="1170973"/>
            <a:ext cx="9239250" cy="115422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pt-BR"/>
              <a:t>Adicione um título ao slide</a:t>
            </a:r>
            <a:endParaRPr lang="en-US"/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EBE09BBE-9D59-92F2-9AD6-CC23B71B2F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6375" y="2325688"/>
            <a:ext cx="9239250" cy="3098800"/>
          </a:xfrm>
        </p:spPr>
        <p:txBody>
          <a:bodyPr>
            <a:normAutofit/>
          </a:bodyPr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pt-BR"/>
              <a:t>Organize o assunto em tópicos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5351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Expansão de assun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2017031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Expanda o assunto que deseja destacar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3004456"/>
            <a:ext cx="3932237" cy="2864531"/>
          </a:xfr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Adicione os principais tópicos que deseja abordar</a:t>
            </a:r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F39E9E22-7D16-A60E-1A3E-A8FAACB2D00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83188" y="983887"/>
            <a:ext cx="6192838" cy="4881563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/>
              <a:t>Adicione uma imagem em alta qualidade que represente o tema</a:t>
            </a:r>
          </a:p>
        </p:txBody>
      </p:sp>
    </p:spTree>
    <p:extLst>
      <p:ext uri="{BB962C8B-B14F-4D97-AF65-F5344CB8AC3E}">
        <p14:creationId xmlns:p14="http://schemas.microsoft.com/office/powerpoint/2010/main" val="1204482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me e C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04F7A93-9A95-E8FE-3F21-C815F947A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1175" y="1861241"/>
            <a:ext cx="4640534" cy="2142525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pt-BR"/>
              <a:t>Nome</a:t>
            </a:r>
            <a:br>
              <a:rPr lang="pt-BR"/>
            </a:br>
            <a:r>
              <a:rPr lang="pt-BR"/>
              <a:t>Sobrenome</a:t>
            </a:r>
            <a:endParaRPr lang="en-US"/>
          </a:p>
        </p:txBody>
      </p:sp>
      <p:sp>
        <p:nvSpPr>
          <p:cNvPr id="9" name="Espaço Reservado para Texto 46">
            <a:extLst>
              <a:ext uri="{FF2B5EF4-FFF2-40B4-BE49-F238E27FC236}">
                <a16:creationId xmlns:a16="http://schemas.microsoft.com/office/drawing/2014/main" id="{840DC70C-E8CC-F720-232C-A85E264BE4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90186" y="4228972"/>
            <a:ext cx="4543804" cy="1142364"/>
          </a:xfrm>
        </p:spPr>
        <p:txBody>
          <a:bodyPr>
            <a:normAutofit/>
          </a:bodyPr>
          <a:lstStyle>
            <a:lvl1pPr marL="0" indent="0">
              <a:lnSpc>
                <a:spcPts val="1500"/>
              </a:lnSpc>
              <a:buNone/>
              <a:defRPr sz="2000"/>
            </a:lvl1pPr>
          </a:lstStyle>
          <a:p>
            <a:pPr lvl="0"/>
            <a:r>
              <a:rPr lang="pt-BR"/>
              <a:t>Área e Cargo</a:t>
            </a:r>
          </a:p>
          <a:p>
            <a:pPr lvl="0"/>
            <a:r>
              <a:rPr lang="pt-BR"/>
              <a:t>Da </a:t>
            </a:r>
            <a:r>
              <a:rPr lang="pt-BR" err="1"/>
              <a:t>Empresa</a:t>
            </a:r>
            <a:endParaRPr lang="pt-BR"/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4853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772" y="1691692"/>
            <a:ext cx="11640457" cy="4735234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1772876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BC79E99C-F91D-DEEE-546A-5F316E85D7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772" y="1691692"/>
            <a:ext cx="11640457" cy="4735234"/>
          </a:xfrm>
        </p:spPr>
        <p:txBody>
          <a:bodyPr numCol="2" spcCol="180000">
            <a:normAutofit/>
          </a:bodyPr>
          <a:lstStyle>
            <a:lvl1pPr algn="just">
              <a:defRPr sz="2000" b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Esse slide conta com duas colunas para a inserção de informações em formato de lista</a:t>
            </a:r>
          </a:p>
          <a:p>
            <a:pPr lvl="0"/>
            <a:r>
              <a:rPr lang="pt-BR"/>
              <a:t>Se você está construindo um material informativo para consulta, esse formato também pode ser ideal</a:t>
            </a:r>
          </a:p>
          <a:p>
            <a:pPr lvl="0"/>
            <a:r>
              <a:rPr lang="pt-BR"/>
              <a:t>Dessa forma você pode inserir mais informações sem se preocupar</a:t>
            </a:r>
          </a:p>
          <a:p>
            <a:pPr lvl="0"/>
            <a:r>
              <a:rPr lang="pt-BR"/>
              <a:t>Se atente à quantidade de tópicos:</a:t>
            </a:r>
          </a:p>
          <a:p>
            <a:pPr lvl="0"/>
            <a:r>
              <a:rPr lang="pt-BR"/>
              <a:t>5 tópicos de 3 linhas, no máximo, para cada coluna</a:t>
            </a:r>
          </a:p>
          <a:p>
            <a:pPr lvl="0"/>
            <a:r>
              <a:rPr lang="pt-BR"/>
              <a:t>6 tópicos de duas linhas cada podem ser o suficiente</a:t>
            </a:r>
          </a:p>
          <a:p>
            <a:pPr lvl="0"/>
            <a:endParaRPr lang="pt-BR"/>
          </a:p>
          <a:p>
            <a:pPr lvl="0"/>
            <a:r>
              <a:rPr lang="pt-BR"/>
              <a:t>Não utilize esse formato se está apresentando uma ideia que gostaria de ser lida dinamicamente</a:t>
            </a:r>
          </a:p>
          <a:p>
            <a:pPr lvl="0"/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34769796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84AD202-BDF6-CC65-1C79-57DF2A49F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9001" cy="1063797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7F846D1A-7B4B-FCFB-CD70-14E4F5FA37C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2229" y="1319213"/>
            <a:ext cx="11640684" cy="51308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no ícone e insira uma imagem</a:t>
            </a:r>
          </a:p>
        </p:txBody>
      </p:sp>
    </p:spTree>
    <p:extLst>
      <p:ext uri="{BB962C8B-B14F-4D97-AF65-F5344CB8AC3E}">
        <p14:creationId xmlns:p14="http://schemas.microsoft.com/office/powerpoint/2010/main" val="153768627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0" name="Espaço Reservado para Imagem 8">
            <a:extLst>
              <a:ext uri="{FF2B5EF4-FFF2-40B4-BE49-F238E27FC236}">
                <a16:creationId xmlns:a16="http://schemas.microsoft.com/office/drawing/2014/main" id="{7A56B355-4C26-DADA-52D4-AE04ECA6DA8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9" y="1296127"/>
            <a:ext cx="5776913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pt-BR"/>
              <a:t>Clique no ícone e insira uma imagem</a:t>
            </a:r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4" name="Título 11">
            <a:extLst>
              <a:ext uri="{FF2B5EF4-FFF2-40B4-BE49-F238E27FC236}">
                <a16:creationId xmlns:a16="http://schemas.microsoft.com/office/drawing/2014/main" id="{EBAD897D-E33E-FCE4-0495-BD9B39B660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229" y="255552"/>
            <a:ext cx="8964238" cy="1040575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pt-BR"/>
              <a:t>Aqui um título de, no máximo, duas linhas.</a:t>
            </a:r>
          </a:p>
        </p:txBody>
      </p:sp>
    </p:spTree>
    <p:extLst>
      <p:ext uri="{BB962C8B-B14F-4D97-AF65-F5344CB8AC3E}">
        <p14:creationId xmlns:p14="http://schemas.microsoft.com/office/powerpoint/2010/main" val="42467272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0BB417-3B9A-A885-F4A1-3766BFF5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77200"/>
            <a:ext cx="2160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17C44-A269-6923-5705-DAC29B6C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0000" y="6577200"/>
            <a:ext cx="7872000" cy="28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C7420-F7BB-6262-5E1E-DE4E4EB9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2000" y="6578290"/>
            <a:ext cx="2160000" cy="2797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1E3F80A7-4421-AE82-92B3-D00C0A9728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4326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894C058-EE29-9DF2-F705-8D1B4EA1A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6874" y="1296127"/>
            <a:ext cx="5776910" cy="5130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endParaRPr lang="pt-BR"/>
          </a:p>
        </p:txBody>
      </p:sp>
      <p:sp>
        <p:nvSpPr>
          <p:cNvPr id="10" name="Título 8">
            <a:extLst>
              <a:ext uri="{FF2B5EF4-FFF2-40B4-BE49-F238E27FC236}">
                <a16:creationId xmlns:a16="http://schemas.microsoft.com/office/drawing/2014/main" id="{8D6CC4DE-E356-1371-3BBF-B3AC2443E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3" y="255552"/>
            <a:ext cx="8886906" cy="104057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575638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ocumentação com rodap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7126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8076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9591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6996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0000" y="254000"/>
            <a:ext cx="9652000" cy="12065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8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EED F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4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2229" y="255552"/>
            <a:ext cx="11713028" cy="1209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2229" y="1764781"/>
            <a:ext cx="11713028" cy="1209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01" name="AWS Community Builders arcs" descr="Arcos decorativos AWS Community Builders"/>
          <p:cNvPicPr>
            <a:picLocks noChangeAspect="1"/>
          </p:cNvPicPr>
          <p:nvPr userDrawn="1"/>
        </p:nvPicPr>
        <p:blipFill>
          <a:blip r:embed="rId56"/>
          <a:stretch>
            <a:fillRect/>
          </a:stretch>
        </p:blipFill>
        <p:spPr>
          <a:xfrm>
            <a:off x="8001000" y="3975100"/>
            <a:ext cx="4191000" cy="2882900"/>
          </a:xfrm>
          <a:prstGeom prst="rect">
            <a:avLst/>
          </a:prstGeom>
        </p:spPr>
      </p:pic>
      <p:pic>
        <p:nvPicPr>
          <p:cNvPr id="102" name="AWS Community Builders logo" descr="Logo AWS Community Builders"/>
          <p:cNvPicPr>
            <a:picLocks noChangeAspect="1"/>
          </p:cNvPicPr>
          <p:nvPr userDrawn="1"/>
        </p:nvPicPr>
        <p:blipFill>
          <a:blip r:embed="rId57"/>
          <a:stretch>
            <a:fillRect/>
          </a:stretch>
        </p:blipFill>
        <p:spPr>
          <a:xfrm>
            <a:off x="10947400" y="177800"/>
            <a:ext cx="10668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43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  <p:sldLayoutId id="2147484079" r:id="rId13"/>
    <p:sldLayoutId id="2147484080" r:id="rId14"/>
    <p:sldLayoutId id="2147484081" r:id="rId15"/>
    <p:sldLayoutId id="2147484082" r:id="rId16"/>
    <p:sldLayoutId id="2147484083" r:id="rId17"/>
    <p:sldLayoutId id="2147484084" r:id="rId18"/>
    <p:sldLayoutId id="2147484085" r:id="rId19"/>
    <p:sldLayoutId id="2147484086" r:id="rId20"/>
    <p:sldLayoutId id="2147484087" r:id="rId21"/>
    <p:sldLayoutId id="2147484088" r:id="rId22"/>
    <p:sldLayoutId id="2147484089" r:id="rId23"/>
    <p:sldLayoutId id="2147484090" r:id="rId24"/>
    <p:sldLayoutId id="2147484091" r:id="rId25"/>
    <p:sldLayoutId id="2147484092" r:id="rId26"/>
    <p:sldLayoutId id="2147484093" r:id="rId27"/>
    <p:sldLayoutId id="2147484094" r:id="rId28"/>
    <p:sldLayoutId id="2147484095" r:id="rId29"/>
    <p:sldLayoutId id="2147484096" r:id="rId30"/>
    <p:sldLayoutId id="2147484097" r:id="rId31"/>
    <p:sldLayoutId id="2147484098" r:id="rId32"/>
    <p:sldLayoutId id="2147484099" r:id="rId33"/>
    <p:sldLayoutId id="2147484100" r:id="rId34"/>
    <p:sldLayoutId id="2147484101" r:id="rId35"/>
    <p:sldLayoutId id="2147484102" r:id="rId36"/>
    <p:sldLayoutId id="2147484103" r:id="rId37"/>
    <p:sldLayoutId id="2147484104" r:id="rId38"/>
    <p:sldLayoutId id="2147484105" r:id="rId39"/>
    <p:sldLayoutId id="2147484106" r:id="rId40"/>
    <p:sldLayoutId id="2147484107" r:id="rId41"/>
    <p:sldLayoutId id="2147484108" r:id="rId42"/>
    <p:sldLayoutId id="2147484109" r:id="rId43"/>
    <p:sldLayoutId id="2147484110" r:id="rId44"/>
    <p:sldLayoutId id="2147484111" r:id="rId45"/>
    <p:sldLayoutId id="2147484112" r:id="rId46"/>
    <p:sldLayoutId id="2147484113" r:id="rId47"/>
    <p:sldLayoutId id="2147484114" r:id="rId48"/>
    <p:sldLayoutId id="2147484115" r:id="rId49"/>
    <p:sldLayoutId id="2147484116" r:id="rId50"/>
    <p:sldLayoutId id="2147484117" r:id="rId51"/>
    <p:sldLayoutId id="2147484118" r:id="rId52"/>
    <p:sldLayoutId id="2147484119" r:id="rId53"/>
    <p:sldLayoutId id="2147484120" r:id="rId5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3173F1-67B6-594D-2435-3D1CF7D2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accent2"/>
                </a:solidFill>
              </a:rPr>
              <a:t>AWS</a:t>
            </a:r>
            <a:r>
              <a:rPr lang="pt-BR" dirty="0"/>
              <a:t> Community Builders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C046C19-9B95-9121-C9FE-9752570D4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Construindo Comunidade, Criando Impacto</a:t>
            </a:r>
          </a:p>
        </p:txBody>
      </p:sp>
    </p:spTree>
    <p:extLst>
      <p:ext uri="{BB962C8B-B14F-4D97-AF65-F5344CB8AC3E}">
        <p14:creationId xmlns:p14="http://schemas.microsoft.com/office/powerpoint/2010/main" val="153101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653CC9F6-3144-8456-454D-6CF8D6D0BC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>
                <a:solidFill>
                  <a:schemeClr val="accent1"/>
                </a:solidFill>
              </a:rPr>
              <a:t>Não é um programa de benefícios.</a:t>
            </a:r>
          </a:p>
          <a:p>
            <a:pPr>
              <a:buNone/>
            </a:pPr>
            <a:r>
              <a:rPr lang="pt-BR" sz="1800" dirty="0"/>
              <a:t>É um programa que reconhece quem </a:t>
            </a:r>
            <a:r>
              <a:rPr lang="pt-BR" sz="1800" b="1" dirty="0"/>
              <a:t>já está criando conteúdo técnico</a:t>
            </a:r>
            <a:r>
              <a:rPr lang="pt-BR" sz="1800" dirty="0"/>
              <a:t> e educando a comunidade.</a:t>
            </a:r>
          </a:p>
          <a:p>
            <a:pPr>
              <a:buNone/>
            </a:pPr>
            <a:endParaRPr lang="pt-BR" sz="1400" dirty="0"/>
          </a:p>
          <a:p>
            <a:pPr marL="228600" indent="-228600">
              <a:buFont typeface="Arial"/>
              <a:buChar char="•"/>
            </a:pPr>
            <a:r>
              <a:rPr lang="pt-BR" sz="1600" dirty="0"/>
              <a:t>+3.000 builders no mundo</a:t>
            </a:r>
          </a:p>
          <a:p>
            <a:pPr marL="228600" indent="-228600">
              <a:buFont typeface="Arial"/>
              <a:buChar char="•"/>
            </a:pPr>
            <a:r>
              <a:rPr lang="pt-BR" sz="1600" dirty="0"/>
              <a:t>Comunidade ativa no Slack, eventos, networking</a:t>
            </a:r>
          </a:p>
          <a:p>
            <a:pPr marL="228600" indent="-228600">
              <a:buFont typeface="Arial"/>
              <a:buChar char="•"/>
            </a:pPr>
            <a:r>
              <a:rPr lang="pt-BR" sz="1600" dirty="0"/>
              <a:t>Reconhecimento profissional real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7FC64D-88FF-9F00-B13D-36396A9A697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C62BF9C-5353-ED05-466B-498833DC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AWS Community Builders?</a:t>
            </a:r>
          </a:p>
        </p:txBody>
      </p:sp>
      <p:pic>
        <p:nvPicPr>
          <p:cNvPr id="5" name="Graphic 5" descr="Comunidade de builder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0" y="2921000"/>
            <a:ext cx="2413000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87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062BB-189E-004F-5E92-D7AF89A84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 que é e o que não é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E341E5-B562-96C5-164B-3CD121A1CA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numCol="1"/>
          <a:lstStyle/>
          <a:p>
            <a:pPr>
              <a:buNone/>
            </a:pPr>
            <a:r>
              <a:rPr lang="pt-BR" sz="2000" b="1" dirty="0">
                <a:solidFill>
                  <a:srgbClr val="FF6B6B"/>
                </a:solidFill>
              </a:rPr>
              <a:t>✗ NÃO É:  </a:t>
            </a:r>
            <a:r>
              <a:rPr lang="pt-BR" sz="1700" dirty="0"/>
              <a:t>certificação, emprego ou bolsa para aprender AWS do zero.</a:t>
            </a:r>
          </a:p>
          <a:p>
            <a:pPr>
              <a:buNone/>
            </a:pPr>
            <a:endParaRPr lang="pt-BR" sz="1000" dirty="0"/>
          </a:p>
          <a:p>
            <a:pPr>
              <a:buNone/>
            </a:pPr>
            <a:r>
              <a:rPr lang="pt-BR" sz="2000" b="1" dirty="0">
                <a:solidFill>
                  <a:schemeClr val="accent1"/>
                </a:solidFill>
              </a:rPr>
              <a:t>✓ É:  </a:t>
            </a:r>
            <a:r>
              <a:rPr lang="pt-BR" sz="1700" dirty="0"/>
              <a:t>reconhecimento de quem </a:t>
            </a:r>
            <a:r>
              <a:rPr lang="pt-BR" sz="1700" b="1" dirty="0"/>
              <a:t>já cria valor</a:t>
            </a:r>
            <a:r>
              <a:rPr lang="pt-BR" sz="1700" dirty="0"/>
              <a:t> para a comunidade.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C82159-9580-CFED-FB08-D49AF7CEBD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l">
              <a:buNone/>
            </a:pPr>
            <a:r>
              <a:rPr lang="pt-BR" sz="1800" i="1" dirty="0">
                <a:solidFill>
                  <a:srgbClr val="B7C0CE"/>
                </a:solidFill>
              </a:rPr>
              <a:t>Seja honesto: o programa não é o que muita gente imagina.</a:t>
            </a:r>
          </a:p>
        </p:txBody>
      </p:sp>
    </p:spTree>
    <p:extLst>
      <p:ext uri="{BB962C8B-B14F-4D97-AF65-F5344CB8AC3E}">
        <p14:creationId xmlns:p14="http://schemas.microsoft.com/office/powerpoint/2010/main" val="291391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60BAA-6874-20E6-1A36-CBAA22595B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Quem são os Community Builders?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EEE85-E39D-D08C-FA58-165854F187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Criam conteúdo técnico regularmente</a:t>
            </a:r>
            <a:r>
              <a:rPr lang="pt-BR" sz="1800" dirty="0"/>
              <a:t> (blogs, vídeos, talks, open </a:t>
            </a:r>
            <a:r>
              <a:rPr lang="pt-BR" sz="1800" dirty="0" err="1"/>
              <a:t>source</a:t>
            </a:r>
            <a:r>
              <a:rPr lang="pt-BR" sz="1800" dirty="0"/>
              <a:t>)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Educam e ajudam a comunidade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Têm paixão genuína</a:t>
            </a:r>
            <a:r>
              <a:rPr lang="pt-BR" sz="1800" dirty="0"/>
              <a:t> em compartilhar conhecimento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Muitas são líderes</a:t>
            </a:r>
            <a:r>
              <a:rPr lang="pt-BR" sz="1800" dirty="0"/>
              <a:t> de comunidades técnicas</a:t>
            </a:r>
          </a:p>
        </p:txBody>
      </p:sp>
    </p:spTree>
    <p:extLst>
      <p:ext uri="{BB962C8B-B14F-4D97-AF65-F5344CB8AC3E}">
        <p14:creationId xmlns:p14="http://schemas.microsoft.com/office/powerpoint/2010/main" val="295016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C52AE-7E1A-636F-4493-5ADCE999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números do programa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59A2ACF-7167-4D45-9D92-4A034C0BFBFD}"/>
              </a:ext>
            </a:extLst>
          </p:cNvPr>
          <p:cNvSpPr/>
          <p:nvPr/>
        </p:nvSpPr>
        <p:spPr>
          <a:xfrm>
            <a:off x="762000" y="2159000"/>
            <a:ext cx="3302000" cy="3048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rgbClr val="FFFFFF"/>
                </a:solidFill>
              </a:rPr>
              <a:t>+3.000</a:t>
            </a:r>
          </a:p>
          <a:p>
            <a:pPr algn="ctr"/>
            <a:r>
              <a:rPr lang="pt-BR" sz="1600" dirty="0">
                <a:solidFill>
                  <a:srgbClr val="FFFFFF"/>
                </a:solidFill>
              </a:rPr>
              <a:t>Community Builders no mundo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A652E83-34CF-4AF7-9792-CF78A510C9C3}"/>
              </a:ext>
            </a:extLst>
          </p:cNvPr>
          <p:cNvSpPr/>
          <p:nvPr/>
        </p:nvSpPr>
        <p:spPr>
          <a:xfrm>
            <a:off x="4445000" y="2159000"/>
            <a:ext cx="3302000" cy="3048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rgbClr val="FFFFFF"/>
                </a:solidFill>
              </a:rPr>
              <a:t>10</a:t>
            </a:r>
          </a:p>
          <a:p>
            <a:pPr algn="ctr"/>
            <a:r>
              <a:rPr lang="pt-BR" sz="1600" dirty="0">
                <a:solidFill>
                  <a:srgbClr val="FFFFFF"/>
                </a:solidFill>
              </a:rPr>
              <a:t>Categorias técnicas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C05110B-70BF-4ADC-B26D-42E8D36195F8}"/>
              </a:ext>
            </a:extLst>
          </p:cNvPr>
          <p:cNvSpPr/>
          <p:nvPr/>
        </p:nvSpPr>
        <p:spPr>
          <a:xfrm>
            <a:off x="8128000" y="2159000"/>
            <a:ext cx="3302000" cy="3048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/>
            <a:r>
              <a:rPr lang="pt-BR" sz="5400" b="1" dirty="0">
                <a:solidFill>
                  <a:srgbClr val="FFFFFF"/>
                </a:solidFill>
              </a:rPr>
              <a:t>1 ano</a:t>
            </a:r>
          </a:p>
          <a:p>
            <a:pPr algn="ctr"/>
            <a:r>
              <a:rPr lang="pt-BR" sz="1600" dirty="0">
                <a:solidFill>
                  <a:srgbClr val="FFFFFF"/>
                </a:solidFill>
              </a:rPr>
              <a:t>de ciclo, com renovação anual</a:t>
            </a:r>
          </a:p>
        </p:txBody>
      </p:sp>
    </p:spTree>
    <p:extLst>
      <p:ext uri="{BB962C8B-B14F-4D97-AF65-F5344CB8AC3E}">
        <p14:creationId xmlns:p14="http://schemas.microsoft.com/office/powerpoint/2010/main" val="3496081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2981-0789-299A-8228-0A2A782EC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F65EE-A86F-C969-0AC7-2646EC158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Porque é importante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3862BFA-E159-FF2A-C6DF-CC0088B1DA3E}"/>
              </a:ext>
            </a:extLst>
          </p:cNvPr>
          <p:cNvSpPr/>
          <p:nvPr/>
        </p:nvSpPr>
        <p:spPr>
          <a:xfrm>
            <a:off x="854997" y="2289278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8EAD38D-E45D-1CAD-8DA9-C89C9E9A4CDC}"/>
              </a:ext>
            </a:extLst>
          </p:cNvPr>
          <p:cNvSpPr txBox="1"/>
          <p:nvPr/>
        </p:nvSpPr>
        <p:spPr>
          <a:xfrm>
            <a:off x="1058197" y="2340078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Carreira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88D946-DCB8-558B-8476-3967F7B3FAE6}"/>
              </a:ext>
            </a:extLst>
          </p:cNvPr>
          <p:cNvSpPr txBox="1"/>
          <p:nvPr/>
        </p:nvSpPr>
        <p:spPr>
          <a:xfrm>
            <a:off x="1058197" y="2746478"/>
            <a:ext cx="8439764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Ser CB abre portas: oportunidades, visibilidade, networking com especialistas AWS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348C89B-4A07-3E4A-4CA8-2E3F56B5515C}"/>
              </a:ext>
            </a:extLst>
          </p:cNvPr>
          <p:cNvSpPr/>
          <p:nvPr/>
        </p:nvSpPr>
        <p:spPr>
          <a:xfrm>
            <a:off x="854997" y="3584678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D15837E-8C05-309A-3BDA-9748381CA1CD}"/>
              </a:ext>
            </a:extLst>
          </p:cNvPr>
          <p:cNvSpPr txBox="1"/>
          <p:nvPr/>
        </p:nvSpPr>
        <p:spPr>
          <a:xfrm>
            <a:off x="1058197" y="3635478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Aprendizado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E0998EE-F5CB-81C4-544C-F7B6FAD0C508}"/>
              </a:ext>
            </a:extLst>
          </p:cNvPr>
          <p:cNvSpPr txBox="1"/>
          <p:nvPr/>
        </p:nvSpPr>
        <p:spPr>
          <a:xfrm>
            <a:off x="1058196" y="4041878"/>
            <a:ext cx="8154629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 err="1">
                <a:solidFill>
                  <a:schemeClr val="tx1"/>
                </a:solidFill>
              </a:rPr>
              <a:t>Sessions</a:t>
            </a:r>
            <a:r>
              <a:rPr lang="pt-BR" sz="1400" dirty="0">
                <a:solidFill>
                  <a:schemeClr val="tx1"/>
                </a:solidFill>
              </a:rPr>
              <a:t> exclusivas, especialistas AWS disponíveis, acesso a pre-releases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4CFE528-7A93-CAD5-CA54-B0B224B7D074}"/>
              </a:ext>
            </a:extLst>
          </p:cNvPr>
          <p:cNvSpPr/>
          <p:nvPr/>
        </p:nvSpPr>
        <p:spPr>
          <a:xfrm>
            <a:off x="854997" y="4880078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92CD030-5374-4157-6122-B47450B861E0}"/>
              </a:ext>
            </a:extLst>
          </p:cNvPr>
          <p:cNvSpPr txBox="1"/>
          <p:nvPr/>
        </p:nvSpPr>
        <p:spPr>
          <a:xfrm>
            <a:off x="1058197" y="4930878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 dirty="0">
                <a:solidFill>
                  <a:schemeClr val="accent1"/>
                </a:solidFill>
              </a:rPr>
              <a:t>Comunidade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EC04C43-8135-6053-B4CE-579A55B68FD9}"/>
              </a:ext>
            </a:extLst>
          </p:cNvPr>
          <p:cNvSpPr txBox="1"/>
          <p:nvPr/>
        </p:nvSpPr>
        <p:spPr>
          <a:xfrm>
            <a:off x="1058197" y="5337278"/>
            <a:ext cx="798748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Conexão com mais de 3mil </a:t>
            </a:r>
            <a:r>
              <a:rPr lang="pt-BR" sz="1400" dirty="0" err="1">
                <a:solidFill>
                  <a:schemeClr val="tx1"/>
                </a:solidFill>
              </a:rPr>
              <a:t>builders</a:t>
            </a:r>
            <a:r>
              <a:rPr lang="pt-BR" sz="1400" dirty="0">
                <a:solidFill>
                  <a:schemeClr val="tx1"/>
                </a:solidFill>
              </a:rPr>
              <a:t> ao redor do mundo que tem a mesma paixão</a:t>
            </a:r>
          </a:p>
        </p:txBody>
      </p:sp>
    </p:spTree>
    <p:extLst>
      <p:ext uri="{BB962C8B-B14F-4D97-AF65-F5344CB8AC3E}">
        <p14:creationId xmlns:p14="http://schemas.microsoft.com/office/powerpoint/2010/main" val="84951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F8B62-018C-698D-F3D0-47E4589D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Benefícios do programa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56A6BF4-3953-405C-AACC-19BADBBAB546}"/>
              </a:ext>
            </a:extLst>
          </p:cNvPr>
          <p:cNvSpPr/>
          <p:nvPr/>
        </p:nvSpPr>
        <p:spPr>
          <a:xfrm>
            <a:off x="723900" y="16764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EF753A5-2F66-4481-9C4C-8457F8370256}"/>
              </a:ext>
            </a:extLst>
          </p:cNvPr>
          <p:cNvSpPr/>
          <p:nvPr/>
        </p:nvSpPr>
        <p:spPr>
          <a:xfrm>
            <a:off x="927100" y="18542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BFC03A5-80BB-4836-BC22-05B17E3108ED}"/>
              </a:ext>
            </a:extLst>
          </p:cNvPr>
          <p:cNvSpPr txBox="1"/>
          <p:nvPr/>
        </p:nvSpPr>
        <p:spPr>
          <a:xfrm>
            <a:off x="1587500" y="18542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Comunidade Global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6A4025-FA33-4804-B662-12B3A50696BF}"/>
              </a:ext>
            </a:extLst>
          </p:cNvPr>
          <p:cNvSpPr txBox="1"/>
          <p:nvPr/>
        </p:nvSpPr>
        <p:spPr>
          <a:xfrm>
            <a:off x="927100" y="24892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Conecte-se com milhares de builders. Canal seguro para perguntas e networking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3CEE67F-83C4-48F2-8BE5-CA99E923015D}"/>
              </a:ext>
            </a:extLst>
          </p:cNvPr>
          <p:cNvSpPr/>
          <p:nvPr/>
        </p:nvSpPr>
        <p:spPr>
          <a:xfrm>
            <a:off x="4381500" y="16764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687EE34-8712-46DD-8614-F87F20FA80A1}"/>
              </a:ext>
            </a:extLst>
          </p:cNvPr>
          <p:cNvSpPr/>
          <p:nvPr/>
        </p:nvSpPr>
        <p:spPr>
          <a:xfrm>
            <a:off x="4584700" y="18542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3994384-0702-48E2-80CD-BE3C858D933E}"/>
              </a:ext>
            </a:extLst>
          </p:cNvPr>
          <p:cNvSpPr txBox="1"/>
          <p:nvPr/>
        </p:nvSpPr>
        <p:spPr>
          <a:xfrm>
            <a:off x="5245100" y="18542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US$ 500 em Créditos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6EFAEE-02C4-4724-8739-600886B6854D}"/>
              </a:ext>
            </a:extLst>
          </p:cNvPr>
          <p:cNvSpPr txBox="1"/>
          <p:nvPr/>
        </p:nvSpPr>
        <p:spPr>
          <a:xfrm>
            <a:off x="4584700" y="24892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Créditos AWS para experimentar serviços. Possibilidade de +$500 com projeto público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550BEC9-2866-43F9-B0DE-E4C773C6F3D1}"/>
              </a:ext>
            </a:extLst>
          </p:cNvPr>
          <p:cNvSpPr/>
          <p:nvPr/>
        </p:nvSpPr>
        <p:spPr>
          <a:xfrm>
            <a:off x="8039100" y="16764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DAFCCC7-28E2-4BA3-AEE5-3A58ADC4053C}"/>
              </a:ext>
            </a:extLst>
          </p:cNvPr>
          <p:cNvSpPr/>
          <p:nvPr/>
        </p:nvSpPr>
        <p:spPr>
          <a:xfrm>
            <a:off x="8242300" y="18542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070C2B-01D9-451F-90EF-6A28E3F71D08}"/>
              </a:ext>
            </a:extLst>
          </p:cNvPr>
          <p:cNvSpPr txBox="1"/>
          <p:nvPr/>
        </p:nvSpPr>
        <p:spPr>
          <a:xfrm>
            <a:off x="8902700" y="18542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Voucher de Certificação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2488F10-5791-4EC2-9D3B-4EF9DB0B1CD6}"/>
              </a:ext>
            </a:extLst>
          </p:cNvPr>
          <p:cNvSpPr txBox="1"/>
          <p:nvPr/>
        </p:nvSpPr>
        <p:spPr>
          <a:xfrm>
            <a:off x="8242300" y="24892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1 voucher por ciclo (Foundational, Associate ou Professional/Specialty)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A3C5E7B-85BB-458F-AD1D-0BD83CA9C0C4}"/>
              </a:ext>
            </a:extLst>
          </p:cNvPr>
          <p:cNvSpPr/>
          <p:nvPr/>
        </p:nvSpPr>
        <p:spPr>
          <a:xfrm>
            <a:off x="723900" y="41402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19A54D2-3D84-4A2B-9B88-FE644ED1181D}"/>
              </a:ext>
            </a:extLst>
          </p:cNvPr>
          <p:cNvSpPr/>
          <p:nvPr/>
        </p:nvSpPr>
        <p:spPr>
          <a:xfrm>
            <a:off x="927100" y="43180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D40A255-4F32-44C9-9BE2-5FF82AF0636E}"/>
              </a:ext>
            </a:extLst>
          </p:cNvPr>
          <p:cNvSpPr txBox="1"/>
          <p:nvPr/>
        </p:nvSpPr>
        <p:spPr>
          <a:xfrm>
            <a:off x="1587500" y="43180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Sessões Exclusivas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DD24F91-F8B8-4F70-9EFF-41D7C2EFB889}"/>
              </a:ext>
            </a:extLst>
          </p:cNvPr>
          <p:cNvSpPr txBox="1"/>
          <p:nvPr/>
        </p:nvSpPr>
        <p:spPr>
          <a:xfrm>
            <a:off x="927100" y="49530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Deep dives técnicos, NDA previews, treinamento de escrita e palestras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73AF90-7E64-4A3E-B7D8-C4AD7E2FD17F}"/>
              </a:ext>
            </a:extLst>
          </p:cNvPr>
          <p:cNvSpPr/>
          <p:nvPr/>
        </p:nvSpPr>
        <p:spPr>
          <a:xfrm>
            <a:off x="4381500" y="41402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860670C-D28A-474D-845C-30CA63E7D18F}"/>
              </a:ext>
            </a:extLst>
          </p:cNvPr>
          <p:cNvSpPr/>
          <p:nvPr/>
        </p:nvSpPr>
        <p:spPr>
          <a:xfrm>
            <a:off x="4584700" y="43180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E6272D5-405A-4EE6-AFC6-0AFD1755D0A2}"/>
              </a:ext>
            </a:extLst>
          </p:cNvPr>
          <p:cNvSpPr txBox="1"/>
          <p:nvPr/>
        </p:nvSpPr>
        <p:spPr>
          <a:xfrm>
            <a:off x="5245100" y="43180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Swag + Eventos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6B2BFBA-FEF1-4361-93FD-F5600041708C}"/>
              </a:ext>
            </a:extLst>
          </p:cNvPr>
          <p:cNvSpPr txBox="1"/>
          <p:nvPr/>
        </p:nvSpPr>
        <p:spPr>
          <a:xfrm>
            <a:off x="4584700" y="49530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Kit de boas-vindas, festa no re:Invent, descontos de até US$ 1.200 em passes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CFE3101-9B04-4655-AE8D-E2883112FBBB}"/>
              </a:ext>
            </a:extLst>
          </p:cNvPr>
          <p:cNvSpPr/>
          <p:nvPr/>
        </p:nvSpPr>
        <p:spPr>
          <a:xfrm>
            <a:off x="8039100" y="4140200"/>
            <a:ext cx="3429000" cy="2286000"/>
          </a:xfrm>
          <a:prstGeom prst="roundRect">
            <a:avLst/>
          </a:prstGeom>
          <a:solidFill>
            <a:schemeClr val="bg2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A5640DA-27B7-45D6-9E05-15E6B24972DB}"/>
              </a:ext>
            </a:extLst>
          </p:cNvPr>
          <p:cNvSpPr/>
          <p:nvPr/>
        </p:nvSpPr>
        <p:spPr>
          <a:xfrm>
            <a:off x="8242300" y="4318000"/>
            <a:ext cx="533400" cy="5334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9DD4F53-C04F-4FFF-8CAA-307705971AE4}"/>
              </a:ext>
            </a:extLst>
          </p:cNvPr>
          <p:cNvSpPr txBox="1"/>
          <p:nvPr/>
        </p:nvSpPr>
        <p:spPr>
          <a:xfrm>
            <a:off x="8902700" y="4318000"/>
            <a:ext cx="241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QA Cloud Academy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F437B69-122E-441B-A24E-B2F2988470F4}"/>
              </a:ext>
            </a:extLst>
          </p:cNvPr>
          <p:cNvSpPr txBox="1"/>
          <p:nvPr/>
        </p:nvSpPr>
        <p:spPr>
          <a:xfrm>
            <a:off x="8242300" y="4953000"/>
            <a:ext cx="3022600" cy="1295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1 ano gratuito na plataforma de aprendizado líder em cloud</a:t>
            </a:r>
          </a:p>
        </p:txBody>
      </p:sp>
      <p:pic>
        <p:nvPicPr>
          <p:cNvPr id="28" name="Graphic 28" descr="Comunida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300" y="1930400"/>
            <a:ext cx="381000" cy="381000"/>
          </a:xfrm>
          <a:prstGeom prst="rect">
            <a:avLst/>
          </a:prstGeom>
        </p:spPr>
      </p:pic>
      <p:pic>
        <p:nvPicPr>
          <p:cNvPr id="29" name="Graphic 29" descr="Créditos AW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0900" y="1930400"/>
            <a:ext cx="381000" cy="381000"/>
          </a:xfrm>
          <a:prstGeom prst="rect">
            <a:avLst/>
          </a:prstGeom>
        </p:spPr>
      </p:pic>
      <p:pic>
        <p:nvPicPr>
          <p:cNvPr id="30" name="Graphic 30" descr="Certificaç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0" y="1930400"/>
            <a:ext cx="381000" cy="381000"/>
          </a:xfrm>
          <a:prstGeom prst="rect">
            <a:avLst/>
          </a:prstGeom>
        </p:spPr>
      </p:pic>
      <p:pic>
        <p:nvPicPr>
          <p:cNvPr id="31" name="Graphic 31" descr="Sessõ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3300" y="4394200"/>
            <a:ext cx="381000" cy="381000"/>
          </a:xfrm>
          <a:prstGeom prst="rect">
            <a:avLst/>
          </a:prstGeom>
        </p:spPr>
      </p:pic>
      <p:pic>
        <p:nvPicPr>
          <p:cNvPr id="32" name="Graphic 32" descr="Swag e Event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4394200"/>
            <a:ext cx="381000" cy="381000"/>
          </a:xfrm>
          <a:prstGeom prst="rect">
            <a:avLst/>
          </a:prstGeom>
        </p:spPr>
      </p:pic>
      <p:pic>
        <p:nvPicPr>
          <p:cNvPr id="33" name="Graphic 33" descr="Cloud Academ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3942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3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33467-59C8-DFAB-A822-30C6748EB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tem mais...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E898C52-E285-4CD0-B45C-075F89BE85E0}"/>
              </a:ext>
            </a:extLst>
          </p:cNvPr>
          <p:cNvSpPr/>
          <p:nvPr/>
        </p:nvSpPr>
        <p:spPr>
          <a:xfrm>
            <a:off x="825500" y="17780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E2E70C-A664-491F-88AA-6C564CD988AF}"/>
              </a:ext>
            </a:extLst>
          </p:cNvPr>
          <p:cNvSpPr txBox="1"/>
          <p:nvPr/>
        </p:nvSpPr>
        <p:spPr>
          <a:xfrm>
            <a:off x="1028700" y="1828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Publique no Dev.to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49FED3-FA86-4695-9D5D-E47FB323EA6F}"/>
              </a:ext>
            </a:extLst>
          </p:cNvPr>
          <p:cNvSpPr txBox="1"/>
          <p:nvPr/>
        </p:nvSpPr>
        <p:spPr>
          <a:xfrm>
            <a:off x="1028700" y="22352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Organização exclusiva CB (mais tráfego e visibilidade)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47CA5C2-24B4-4213-881E-9A0956F03F4D}"/>
              </a:ext>
            </a:extLst>
          </p:cNvPr>
          <p:cNvSpPr/>
          <p:nvPr/>
        </p:nvSpPr>
        <p:spPr>
          <a:xfrm>
            <a:off x="6286500" y="17780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8769C9-5D57-4E3F-BADA-5FBF656094B8}"/>
              </a:ext>
            </a:extLst>
          </p:cNvPr>
          <p:cNvSpPr txBox="1"/>
          <p:nvPr/>
        </p:nvSpPr>
        <p:spPr>
          <a:xfrm>
            <a:off x="6489700" y="18288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Logos e Assets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5BB0F1-64A4-4C14-82E6-B8C8F9D74F2C}"/>
              </a:ext>
            </a:extLst>
          </p:cNvPr>
          <p:cNvSpPr txBox="1"/>
          <p:nvPr/>
        </p:nvSpPr>
        <p:spPr>
          <a:xfrm>
            <a:off x="6489700" y="22352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Pack com badges, wallpapers e assets para redes sociais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8436226-DDB1-4863-BF85-C35B9DCEE97A}"/>
              </a:ext>
            </a:extLst>
          </p:cNvPr>
          <p:cNvSpPr/>
          <p:nvPr/>
        </p:nvSpPr>
        <p:spPr>
          <a:xfrm>
            <a:off x="825500" y="30734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DBE080-CE5B-4035-AC90-AA5A728DDD41}"/>
              </a:ext>
            </a:extLst>
          </p:cNvPr>
          <p:cNvSpPr txBox="1"/>
          <p:nvPr/>
        </p:nvSpPr>
        <p:spPr>
          <a:xfrm>
            <a:off x="1028700" y="31242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Diretório Global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6117E-973F-4CA1-98CC-84933FD61414}"/>
              </a:ext>
            </a:extLst>
          </p:cNvPr>
          <p:cNvSpPr txBox="1"/>
          <p:nvPr/>
        </p:nvSpPr>
        <p:spPr>
          <a:xfrm>
            <a:off x="1028700" y="35306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Seja listado no diretório público de Community Builders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55151A6-756C-498E-AA7E-41CDF83CF4B6}"/>
              </a:ext>
            </a:extLst>
          </p:cNvPr>
          <p:cNvSpPr/>
          <p:nvPr/>
        </p:nvSpPr>
        <p:spPr>
          <a:xfrm>
            <a:off x="6286500" y="30734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0FB8B2A-426C-43EA-A8D9-E3BE5EB73AA1}"/>
              </a:ext>
            </a:extLst>
          </p:cNvPr>
          <p:cNvSpPr txBox="1"/>
          <p:nvPr/>
        </p:nvSpPr>
        <p:spPr>
          <a:xfrm>
            <a:off x="6489700" y="31242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Service Previews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8D1E9BB-2F87-4FC9-890D-DCC1C3C8CEFF}"/>
              </a:ext>
            </a:extLst>
          </p:cNvPr>
          <p:cNvSpPr txBox="1"/>
          <p:nvPr/>
        </p:nvSpPr>
        <p:spPr>
          <a:xfrm>
            <a:off x="6489700" y="35306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Oportunidades de participar de betas e moldar o futuro da AWS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FCCF825-3080-4D22-B1C3-DCC8D88FB03F}"/>
              </a:ext>
            </a:extLst>
          </p:cNvPr>
          <p:cNvSpPr/>
          <p:nvPr/>
        </p:nvSpPr>
        <p:spPr>
          <a:xfrm>
            <a:off x="825500" y="43688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E576A2-735C-4238-98DF-4E9DB0F9A4D6}"/>
              </a:ext>
            </a:extLst>
          </p:cNvPr>
          <p:cNvSpPr txBox="1"/>
          <p:nvPr/>
        </p:nvSpPr>
        <p:spPr>
          <a:xfrm>
            <a:off x="1028700" y="4419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Desconto re:Invent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3C64C8-A761-452C-AE81-DB7985FCF0FD}"/>
              </a:ext>
            </a:extLst>
          </p:cNvPr>
          <p:cNvSpPr txBox="1"/>
          <p:nvPr/>
        </p:nvSpPr>
        <p:spPr>
          <a:xfrm>
            <a:off x="1028700" y="48260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Até US$ 1.200 de desconto em passes para eventos AWS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9CE025-C907-46D9-BA86-F4F39D6238A4}"/>
              </a:ext>
            </a:extLst>
          </p:cNvPr>
          <p:cNvSpPr/>
          <p:nvPr/>
        </p:nvSpPr>
        <p:spPr>
          <a:xfrm>
            <a:off x="6286500" y="4368800"/>
            <a:ext cx="63500" cy="1143000"/>
          </a:xfrm>
          <a:prstGeom prst="rect">
            <a:avLst/>
          </a:prstGeom>
          <a:solidFill>
            <a:schemeClr val="accent2"/>
          </a:solidFill>
          <a:ln w="1079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58E6E87-57CB-44A3-91DD-240C6C1A15E7}"/>
              </a:ext>
            </a:extLst>
          </p:cNvPr>
          <p:cNvSpPr txBox="1"/>
          <p:nvPr/>
        </p:nvSpPr>
        <p:spPr>
          <a:xfrm>
            <a:off x="6489700" y="4419600"/>
            <a:ext cx="482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b="1">
                <a:solidFill>
                  <a:schemeClr val="accent1"/>
                </a:solidFill>
              </a:rPr>
              <a:t>Golden Jacket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B06808D-306D-4CF7-9738-8AF6C392597E}"/>
              </a:ext>
            </a:extLst>
          </p:cNvPr>
          <p:cNvSpPr txBox="1"/>
          <p:nvPr/>
        </p:nvSpPr>
        <p:spPr>
          <a:xfrm>
            <a:off x="6489700" y="4826000"/>
            <a:ext cx="4826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Passou nas 12 certificações? O programa consegue a jaqueta dourada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956A8F8-B4F3-43E1-9771-B6BFC607ED19}"/>
              </a:ext>
            </a:extLst>
          </p:cNvPr>
          <p:cNvSpPr txBox="1"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i="1">
                <a:solidFill>
                  <a:schemeClr val="accent2"/>
                </a:solidFill>
              </a:rPr>
              <a:t>Todos os benefícios se aplicam igualmente a cada ciclo de renovação.</a:t>
            </a:r>
          </a:p>
        </p:txBody>
      </p:sp>
    </p:spTree>
    <p:extLst>
      <p:ext uri="{BB962C8B-B14F-4D97-AF65-F5344CB8AC3E}">
        <p14:creationId xmlns:p14="http://schemas.microsoft.com/office/powerpoint/2010/main" val="210468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F31CD-DA0C-B15F-BD85-6F0F9105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 10 categorias técnicas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6BD0352-D7CA-41B5-9546-D65DA1F5A080}"/>
              </a:ext>
            </a:extLst>
          </p:cNvPr>
          <p:cNvSpPr/>
          <p:nvPr/>
        </p:nvSpPr>
        <p:spPr>
          <a:xfrm>
            <a:off x="285750" y="20320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AI Engineering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0F42D01-0378-4647-8550-9841565CA1BC}"/>
              </a:ext>
            </a:extLst>
          </p:cNvPr>
          <p:cNvSpPr/>
          <p:nvPr/>
        </p:nvSpPr>
        <p:spPr>
          <a:xfrm>
            <a:off x="2635250" y="20320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Cloud Operations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F98800A-5B07-42D4-A27A-FC5A1AB6C515}"/>
              </a:ext>
            </a:extLst>
          </p:cNvPr>
          <p:cNvSpPr/>
          <p:nvPr/>
        </p:nvSpPr>
        <p:spPr>
          <a:xfrm>
            <a:off x="4984750" y="20320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832DF8C-2C18-4A11-A0AA-B7A64D11EE00}"/>
              </a:ext>
            </a:extLst>
          </p:cNvPr>
          <p:cNvSpPr/>
          <p:nvPr/>
        </p:nvSpPr>
        <p:spPr>
          <a:xfrm>
            <a:off x="7334250" y="20320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6CA5C67-56E2-46F5-8829-F9A3B4738CA9}"/>
              </a:ext>
            </a:extLst>
          </p:cNvPr>
          <p:cNvSpPr/>
          <p:nvPr/>
        </p:nvSpPr>
        <p:spPr>
          <a:xfrm>
            <a:off x="9683750" y="20320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DevTools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444A392-D3B9-4EFD-BBA7-95111F902EC4}"/>
              </a:ext>
            </a:extLst>
          </p:cNvPr>
          <p:cNvSpPr/>
          <p:nvPr/>
        </p:nvSpPr>
        <p:spPr>
          <a:xfrm>
            <a:off x="285750" y="32258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Front-end Web &amp; Mobile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8FBCA5C-3DC2-4EFD-9DD6-909673001CA5}"/>
              </a:ext>
            </a:extLst>
          </p:cNvPr>
          <p:cNvSpPr/>
          <p:nvPr/>
        </p:nvSpPr>
        <p:spPr>
          <a:xfrm>
            <a:off x="2635250" y="32258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05F2A0B-26CF-4DA7-8FC3-D4144632F344}"/>
              </a:ext>
            </a:extLst>
          </p:cNvPr>
          <p:cNvSpPr/>
          <p:nvPr/>
        </p:nvSpPr>
        <p:spPr>
          <a:xfrm>
            <a:off x="4984750" y="32258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Security &amp; Identity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11A228D-1799-4952-A033-C913D5989A98}"/>
              </a:ext>
            </a:extLst>
          </p:cNvPr>
          <p:cNvSpPr/>
          <p:nvPr/>
        </p:nvSpPr>
        <p:spPr>
          <a:xfrm>
            <a:off x="7334250" y="32258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Serverless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16CF50F-3A52-4084-919A-1EEC842B6937}"/>
              </a:ext>
            </a:extLst>
          </p:cNvPr>
          <p:cNvSpPr/>
          <p:nvPr/>
        </p:nvSpPr>
        <p:spPr>
          <a:xfrm>
            <a:off x="9683750" y="3225800"/>
            <a:ext cx="2222500" cy="1016000"/>
          </a:xfrm>
          <a:prstGeom prst="roundRect">
            <a:avLst/>
          </a:prstGeom>
          <a:solidFill>
            <a:schemeClr val="bg2"/>
          </a:solidFill>
          <a:ln w="127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77654D0-F1C0-4124-BE5F-D0B305828D03}"/>
              </a:ext>
            </a:extLst>
          </p:cNvPr>
          <p:cNvSpPr txBox="1"/>
          <p:nvPr/>
        </p:nvSpPr>
        <p:spPr>
          <a:xfrm>
            <a:off x="762000" y="5588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i="1">
                <a:solidFill>
                  <a:schemeClr val="accent1"/>
                </a:solidFill>
              </a:rPr>
              <a:t>Cada categoria foca em uma área técnica da AWS — você escolhe a sua.</a:t>
            </a:r>
          </a:p>
        </p:txBody>
      </p:sp>
    </p:spTree>
    <p:extLst>
      <p:ext uri="{BB962C8B-B14F-4D97-AF65-F5344CB8AC3E}">
        <p14:creationId xmlns:p14="http://schemas.microsoft.com/office/powerpoint/2010/main" val="1679078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2FAB1-E34D-36F8-E30C-56D98261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 candidatar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0B5D3F0-AA1B-410C-B5A1-383BFF08B6B7}"/>
              </a:ext>
            </a:extLst>
          </p:cNvPr>
          <p:cNvSpPr/>
          <p:nvPr/>
        </p:nvSpPr>
        <p:spPr>
          <a:xfrm>
            <a:off x="1025525" y="1897836"/>
            <a:ext cx="711200" cy="7112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5B1BAE-C62D-453F-A419-D417ADC7E2B1}"/>
              </a:ext>
            </a:extLst>
          </p:cNvPr>
          <p:cNvSpPr txBox="1"/>
          <p:nvPr/>
        </p:nvSpPr>
        <p:spPr>
          <a:xfrm>
            <a:off x="2041525" y="18978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 b="1">
                <a:solidFill>
                  <a:schemeClr val="accent1"/>
                </a:solidFill>
              </a:rPr>
              <a:t>Crie conteúdo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F57D1C-A3D6-4124-A89C-D555B87CE32D}"/>
              </a:ext>
            </a:extLst>
          </p:cNvPr>
          <p:cNvSpPr txBox="1"/>
          <p:nvPr/>
        </p:nvSpPr>
        <p:spPr>
          <a:xfrm>
            <a:off x="2041525" y="22534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Blogs, vídeos, projetos open source sobre AWS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C7F093A-2715-4E38-AA69-EE806CF3C235}"/>
              </a:ext>
            </a:extLst>
          </p:cNvPr>
          <p:cNvSpPr/>
          <p:nvPr/>
        </p:nvSpPr>
        <p:spPr>
          <a:xfrm>
            <a:off x="1025525" y="2850336"/>
            <a:ext cx="711200" cy="7112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4F59BA-FE21-4DC0-AE71-1F94DAA852AF}"/>
              </a:ext>
            </a:extLst>
          </p:cNvPr>
          <p:cNvSpPr txBox="1"/>
          <p:nvPr/>
        </p:nvSpPr>
        <p:spPr>
          <a:xfrm>
            <a:off x="2041525" y="28503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 b="1">
                <a:solidFill>
                  <a:schemeClr val="accent1"/>
                </a:solidFill>
              </a:rPr>
              <a:t>Acompanhe abertura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FE162E-ECD6-45F5-979A-AFC671A2A8C2}"/>
              </a:ext>
            </a:extLst>
          </p:cNvPr>
          <p:cNvSpPr txBox="1"/>
          <p:nvPr/>
        </p:nvSpPr>
        <p:spPr>
          <a:xfrm>
            <a:off x="2041525" y="3205936"/>
            <a:ext cx="9398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chemeClr val="tx1"/>
                </a:solidFill>
              </a:rPr>
              <a:t>Janelas de aplicação anuais (geralmente Jan)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76673F0-5FC4-4BDC-B050-8EE7EFDC99BD}"/>
              </a:ext>
            </a:extLst>
          </p:cNvPr>
          <p:cNvSpPr/>
          <p:nvPr/>
        </p:nvSpPr>
        <p:spPr>
          <a:xfrm>
            <a:off x="1025525" y="3802836"/>
            <a:ext cx="711200" cy="7112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01E491E-060E-4594-919E-197B38A28A87}"/>
              </a:ext>
            </a:extLst>
          </p:cNvPr>
          <p:cNvSpPr txBox="1"/>
          <p:nvPr/>
        </p:nvSpPr>
        <p:spPr>
          <a:xfrm>
            <a:off x="2041525" y="38028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 b="1">
                <a:solidFill>
                  <a:schemeClr val="accent1"/>
                </a:solidFill>
              </a:rPr>
              <a:t>Aplique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47197DD-01F2-4CEB-98F3-2F01926384AD}"/>
              </a:ext>
            </a:extLst>
          </p:cNvPr>
          <p:cNvSpPr txBox="1"/>
          <p:nvPr/>
        </p:nvSpPr>
        <p:spPr>
          <a:xfrm>
            <a:off x="2041525" y="41584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Formulário com histórico, links e categoria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69222C1-D1DB-457A-ABD8-1EF4E87E111C}"/>
              </a:ext>
            </a:extLst>
          </p:cNvPr>
          <p:cNvSpPr/>
          <p:nvPr/>
        </p:nvSpPr>
        <p:spPr>
          <a:xfrm>
            <a:off x="1025525" y="4755336"/>
            <a:ext cx="711200" cy="7112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EA1405-FC1A-4B5B-864D-F529AEC8509A}"/>
              </a:ext>
            </a:extLst>
          </p:cNvPr>
          <p:cNvSpPr txBox="1"/>
          <p:nvPr/>
        </p:nvSpPr>
        <p:spPr>
          <a:xfrm>
            <a:off x="2041525" y="47553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 b="1" dirty="0">
                <a:solidFill>
                  <a:schemeClr val="accent1"/>
                </a:solidFill>
              </a:rPr>
              <a:t>Continue criando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49C0DB-33FB-46C3-9C10-FD1D61BB242E}"/>
              </a:ext>
            </a:extLst>
          </p:cNvPr>
          <p:cNvSpPr txBox="1"/>
          <p:nvPr/>
        </p:nvSpPr>
        <p:spPr>
          <a:xfrm>
            <a:off x="2041525" y="5110936"/>
            <a:ext cx="939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Mesmo se rejeitado, persista — muitos entram na 2ª ou 3ª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27D9B4-1995-EC05-BAD9-5FAD6F773F58}"/>
              </a:ext>
            </a:extLst>
          </p:cNvPr>
          <p:cNvSpPr txBox="1"/>
          <p:nvPr/>
        </p:nvSpPr>
        <p:spPr>
          <a:xfrm>
            <a:off x="2035226" y="5974526"/>
            <a:ext cx="543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https://pulse.aws/application/BM2AKLSX?p=0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298E7A6-9C95-B78C-71B2-0791F0324ECE}"/>
              </a:ext>
            </a:extLst>
          </p:cNvPr>
          <p:cNvSpPr/>
          <p:nvPr/>
        </p:nvSpPr>
        <p:spPr>
          <a:xfrm>
            <a:off x="1012415" y="5651612"/>
            <a:ext cx="711200" cy="7112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311DED9-0DA8-3ED2-7949-87EF56848F4D}"/>
              </a:ext>
            </a:extLst>
          </p:cNvPr>
          <p:cNvSpPr txBox="1"/>
          <p:nvPr/>
        </p:nvSpPr>
        <p:spPr>
          <a:xfrm>
            <a:off x="2035226" y="5562292"/>
            <a:ext cx="9398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 b="1" dirty="0">
                <a:solidFill>
                  <a:schemeClr val="accent1"/>
                </a:solidFill>
              </a:rPr>
              <a:t>Entre na lista de espera</a:t>
            </a:r>
          </a:p>
        </p:txBody>
      </p:sp>
    </p:spTree>
    <p:extLst>
      <p:ext uri="{BB962C8B-B14F-4D97-AF65-F5344CB8AC3E}">
        <p14:creationId xmlns:p14="http://schemas.microsoft.com/office/powerpoint/2010/main" val="1290727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C601-A134-472C-CEA4-3F0E9024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AD13F-9BB2-2E19-5784-E1017D3E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Site Community </a:t>
            </a:r>
            <a:r>
              <a:rPr lang="pt-BR" dirty="0" err="1"/>
              <a:t>Builders</a:t>
            </a:r>
            <a:endParaRPr lang="pt-BR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532F604-D9F4-EF36-91B8-E27E7708D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319349"/>
            <a:ext cx="7941231" cy="284565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00A7903-D504-E8E6-11DF-25F12E5EC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046" y="2123769"/>
            <a:ext cx="5624673" cy="431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802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9C6F0-437A-4058-FDDF-255FF5846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F4603-CD9B-082D-4319-083902E0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Site Dev.to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EC9193-0871-E99C-150F-542A469A3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2" y="1107886"/>
            <a:ext cx="5034116" cy="440548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065C991-D576-BA24-D0F2-5EA84C4D7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549" y="2332631"/>
            <a:ext cx="5823999" cy="363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61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2CBF0-FB3D-0D93-CDB4-B61D6E352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Minha jornada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9D57FA-2BC5-347C-EE16-91C7A2B7E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Da rejeição ao reconhecimento — lições aprendidas como Community Builder</a:t>
            </a:r>
          </a:p>
        </p:txBody>
      </p:sp>
    </p:spTree>
    <p:extLst>
      <p:ext uri="{BB962C8B-B14F-4D97-AF65-F5344CB8AC3E}">
        <p14:creationId xmlns:p14="http://schemas.microsoft.com/office/powerpoint/2010/main" val="2864706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C0730-F263-CAF2-52B0-221AFD89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Minha timeline como Community Builder</a:t>
            </a:r>
          </a:p>
        </p:txBody>
      </p:sp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F18A6C16-23D8-4E33-AF46-7AAFC5FBB236}"/>
              </a:ext>
            </a:extLst>
          </p:cNvPr>
          <p:cNvCxnSpPr/>
          <p:nvPr/>
        </p:nvCxnSpPr>
        <p:spPr>
          <a:xfrm>
            <a:off x="1016000" y="4953000"/>
            <a:ext cx="10160000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BD701E87-FB14-4AE3-92AA-E819547250B0}"/>
              </a:ext>
            </a:extLst>
          </p:cNvPr>
          <p:cNvSpPr/>
          <p:nvPr/>
        </p:nvSpPr>
        <p:spPr>
          <a:xfrm>
            <a:off x="1524000" y="4673600"/>
            <a:ext cx="304800" cy="3048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1D151A-E24B-4682-BCF4-194BE1E3BD26}"/>
              </a:ext>
            </a:extLst>
          </p:cNvPr>
          <p:cNvSpPr txBox="1"/>
          <p:nvPr/>
        </p:nvSpPr>
        <p:spPr>
          <a:xfrm>
            <a:off x="1143000" y="5143500"/>
            <a:ext cx="1066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2023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FB2E52-632C-4070-9C2A-89142F8A0C45}"/>
              </a:ext>
            </a:extLst>
          </p:cNvPr>
          <p:cNvSpPr txBox="1"/>
          <p:nvPr/>
        </p:nvSpPr>
        <p:spPr>
          <a:xfrm>
            <a:off x="1143000" y="3556000"/>
            <a:ext cx="1574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1ª aplicação
Rejeitado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5EEE6E13-6D54-428F-9B29-C9BB53353606}"/>
              </a:ext>
            </a:extLst>
          </p:cNvPr>
          <p:cNvSpPr/>
          <p:nvPr/>
        </p:nvSpPr>
        <p:spPr>
          <a:xfrm>
            <a:off x="4064000" y="4673600"/>
            <a:ext cx="304800" cy="3048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64E1445-A969-4962-9514-CDD6C5E88B48}"/>
              </a:ext>
            </a:extLst>
          </p:cNvPr>
          <p:cNvSpPr txBox="1"/>
          <p:nvPr/>
        </p:nvSpPr>
        <p:spPr>
          <a:xfrm>
            <a:off x="3683000" y="5143500"/>
            <a:ext cx="1066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2024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8F444FB-C0CF-4A1C-BAE2-0902B758D90E}"/>
              </a:ext>
            </a:extLst>
          </p:cNvPr>
          <p:cNvSpPr txBox="1"/>
          <p:nvPr/>
        </p:nvSpPr>
        <p:spPr>
          <a:xfrm>
            <a:off x="3683000" y="3556000"/>
            <a:ext cx="15748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2ª aplicação
Rejeitado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C7301A4-E933-40F7-9921-8558817C4596}"/>
              </a:ext>
            </a:extLst>
          </p:cNvPr>
          <p:cNvSpPr/>
          <p:nvPr/>
        </p:nvSpPr>
        <p:spPr>
          <a:xfrm>
            <a:off x="6604000" y="4673600"/>
            <a:ext cx="304800" cy="3048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8B8E1C9-D4FA-4639-B747-F8196B5B8479}"/>
              </a:ext>
            </a:extLst>
          </p:cNvPr>
          <p:cNvSpPr txBox="1"/>
          <p:nvPr/>
        </p:nvSpPr>
        <p:spPr>
          <a:xfrm>
            <a:off x="6223000" y="5143500"/>
            <a:ext cx="1066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2025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EA2CE4-EE3E-4BFB-9717-F25280DCA4C5}"/>
              </a:ext>
            </a:extLst>
          </p:cNvPr>
          <p:cNvSpPr txBox="1"/>
          <p:nvPr/>
        </p:nvSpPr>
        <p:spPr>
          <a:xfrm>
            <a:off x="6223000" y="3556000"/>
            <a:ext cx="157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/>
              <a:t>3ª aplicação
Rejeitado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2433054-2F27-454D-A945-7CCAF34C1A4C}"/>
              </a:ext>
            </a:extLst>
          </p:cNvPr>
          <p:cNvSpPr/>
          <p:nvPr/>
        </p:nvSpPr>
        <p:spPr>
          <a:xfrm>
            <a:off x="9144000" y="4673600"/>
            <a:ext cx="304800" cy="304800"/>
          </a:xfrm>
          <a:prstGeom prst="ellipse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BC1911-8A77-43BD-B50E-09442D8D6A92}"/>
              </a:ext>
            </a:extLst>
          </p:cNvPr>
          <p:cNvSpPr txBox="1"/>
          <p:nvPr/>
        </p:nvSpPr>
        <p:spPr>
          <a:xfrm>
            <a:off x="8763000" y="5143500"/>
            <a:ext cx="1066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 dirty="0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83B26A-CE12-4F80-B1FC-33C33FE14DA3}"/>
              </a:ext>
            </a:extLst>
          </p:cNvPr>
          <p:cNvSpPr txBox="1"/>
          <p:nvPr/>
        </p:nvSpPr>
        <p:spPr>
          <a:xfrm>
            <a:off x="8763000" y="3556000"/>
            <a:ext cx="157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 dirty="0">
                <a:solidFill>
                  <a:schemeClr val="accent2"/>
                </a:solidFill>
              </a:rPr>
              <a:t>4ª Aplicação
ACEITO</a:t>
            </a:r>
          </a:p>
        </p:txBody>
      </p:sp>
    </p:spTree>
    <p:extLst>
      <p:ext uri="{BB962C8B-B14F-4D97-AF65-F5344CB8AC3E}">
        <p14:creationId xmlns:p14="http://schemas.microsoft.com/office/powerpoint/2010/main" val="2515975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FA37E-A58F-61D9-3C00-BA73154456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 que fiz diferente na 4ª vez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97A4E4-4FDB-5889-9050-D9DCD68EB3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Foquei em consistência</a:t>
            </a:r>
            <a:r>
              <a:rPr lang="pt-BR" sz="1800" dirty="0"/>
              <a:t> — publiquei conteúdo toda semana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Diversifiquei formatos</a:t>
            </a:r>
            <a:r>
              <a:rPr lang="pt-BR" sz="1800" dirty="0"/>
              <a:t> — blog, YouTube, palestras, workshops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Mostrei impacto real</a:t>
            </a:r>
            <a:r>
              <a:rPr lang="pt-BR" sz="1800" dirty="0"/>
              <a:t> — métricas de alcance e engajamento</a:t>
            </a:r>
          </a:p>
          <a:p>
            <a:pPr marL="228600" indent="-228600" algn="l">
              <a:buFont typeface="Arial"/>
              <a:buChar char="•"/>
            </a:pPr>
            <a:r>
              <a:rPr lang="pt-BR" sz="2000" b="1" dirty="0">
                <a:solidFill>
                  <a:schemeClr val="accent2"/>
                </a:solidFill>
              </a:rPr>
              <a:t>Escolhi a categoria certa</a:t>
            </a:r>
            <a:r>
              <a:rPr lang="pt-BR" sz="1800" dirty="0"/>
              <a:t> — alinhada com minha expertise</a:t>
            </a:r>
          </a:p>
        </p:txBody>
      </p:sp>
    </p:spTree>
    <p:extLst>
      <p:ext uri="{BB962C8B-B14F-4D97-AF65-F5344CB8AC3E}">
        <p14:creationId xmlns:p14="http://schemas.microsoft.com/office/powerpoint/2010/main" val="326584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07FD0-E6AE-B52F-EE2C-29002F2951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Dicas para sua aplicação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2394EE-936B-2533-62C9-CFF48B6E30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Seja específico:</a:t>
            </a:r>
            <a:r>
              <a:rPr lang="pt-BR" sz="1600" dirty="0"/>
              <a:t> não diga “crio conteúdo”, mostre links e números</a:t>
            </a:r>
          </a:p>
          <a:p>
            <a:pPr marL="228600" indent="-228600"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Links funcionais:</a:t>
            </a:r>
            <a:r>
              <a:rPr lang="pt-BR" sz="1600" dirty="0"/>
              <a:t> todo link deve abrir direto no conteúdo</a:t>
            </a:r>
          </a:p>
          <a:p>
            <a:pPr marL="228600" indent="-228600"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Foque em AWS:</a:t>
            </a:r>
            <a:r>
              <a:rPr lang="pt-BR" sz="1600" dirty="0"/>
              <a:t> o conteúdo precisa ser sobre serviços e soluções AWS</a:t>
            </a:r>
          </a:p>
          <a:p>
            <a:pPr marL="228600" indent="-228600"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Mostre impacto:</a:t>
            </a:r>
            <a:r>
              <a:rPr lang="pt-BR" sz="1600" dirty="0"/>
              <a:t> quantas pessoas você alcançou, mentorou, ajudou</a:t>
            </a:r>
          </a:p>
          <a:p>
            <a:pPr marL="228600" indent="-228600"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Não desista:</a:t>
            </a:r>
            <a:r>
              <a:rPr lang="pt-BR" sz="1600" dirty="0"/>
              <a:t> rejeição é feedback, não destino</a:t>
            </a:r>
          </a:p>
          <a:p>
            <a:pPr>
              <a:buFont typeface="Arial"/>
              <a:buChar char="•"/>
            </a:pPr>
            <a:r>
              <a:rPr lang="pt-BR" sz="1800" b="1" dirty="0">
                <a:solidFill>
                  <a:schemeClr val="accent1"/>
                </a:solidFill>
              </a:rPr>
              <a:t>Evite divulgar em canais ‘pagos’:</a:t>
            </a:r>
            <a:r>
              <a:rPr lang="pt-BR" sz="1600" dirty="0"/>
              <a:t> </a:t>
            </a:r>
            <a:r>
              <a:rPr lang="pt-BR" sz="1600" dirty="0" err="1"/>
              <a:t>medium</a:t>
            </a:r>
            <a:r>
              <a:rPr lang="pt-BR" sz="1600" dirty="0"/>
              <a:t> e outros blogs que precisa pagar para acessar o conteúdo é mal visto.</a:t>
            </a:r>
          </a:p>
          <a:p>
            <a:pPr marL="228600" indent="-228600">
              <a:buFont typeface="Arial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42531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A9033-61DE-1B41-29CA-57EC6A5D08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participar (mesmo sem ser CB)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954D6E-9755-1776-3B83-5D7D6C8108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AWS User Groups</a:t>
            </a:r>
            <a:r>
              <a:rPr lang="pt-BR" sz="1800" dirty="0"/>
              <a:t> — encontros presenciais e online no Brasil</a:t>
            </a:r>
          </a:p>
          <a:p>
            <a:pPr marL="228600" indent="-228600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AWS re:Post</a:t>
            </a:r>
            <a:r>
              <a:rPr lang="pt-BR" sz="1800" dirty="0"/>
              <a:t> — responder dúvidas e ganhar reputação</a:t>
            </a:r>
          </a:p>
          <a:p>
            <a:pPr marL="228600" indent="-228600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Publicar conteúdo</a:t>
            </a:r>
            <a:r>
              <a:rPr lang="pt-BR" sz="1800" dirty="0"/>
              <a:t> — blogs, vídeos, posts no LinkedIn</a:t>
            </a:r>
          </a:p>
          <a:p>
            <a:pPr marL="228600" indent="-228600">
              <a:buFont typeface="Arial"/>
              <a:buChar char="•"/>
            </a:pPr>
            <a:r>
              <a:rPr lang="pt-BR" sz="2000" b="1" dirty="0">
                <a:solidFill>
                  <a:schemeClr val="accent1"/>
                </a:solidFill>
              </a:rPr>
              <a:t>Eventos AWS</a:t>
            </a:r>
            <a:r>
              <a:rPr lang="pt-BR" sz="1800" dirty="0"/>
              <a:t> — Community Days, Summits, re:Invent</a:t>
            </a:r>
          </a:p>
        </p:txBody>
      </p:sp>
    </p:spTree>
    <p:extLst>
      <p:ext uri="{BB962C8B-B14F-4D97-AF65-F5344CB8AC3E}">
        <p14:creationId xmlns:p14="http://schemas.microsoft.com/office/powerpoint/2010/main" val="608168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188A8-CA5F-86D7-8FBB-244F7296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Lições aprendidas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E2D4429-A4F2-4DD6-B257-9FF2F5BE4084}"/>
              </a:ext>
            </a:extLst>
          </p:cNvPr>
          <p:cNvSpPr/>
          <p:nvPr/>
        </p:nvSpPr>
        <p:spPr>
          <a:xfrm>
            <a:off x="889000" y="2032000"/>
            <a:ext cx="3302000" cy="2667000"/>
          </a:xfrm>
          <a:prstGeom prst="roundRect">
            <a:avLst/>
          </a:prstGeom>
          <a:solidFill>
            <a:schemeClr val="bg2"/>
          </a:solidFill>
          <a:ln w="254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E994D76-04E8-4F3F-A69D-561229BEF773}"/>
              </a:ext>
            </a:extLst>
          </p:cNvPr>
          <p:cNvSpPr txBox="1"/>
          <p:nvPr/>
        </p:nvSpPr>
        <p:spPr>
          <a:xfrm>
            <a:off x="1016000" y="2159000"/>
            <a:ext cx="76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600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9FA2B42-42C2-439A-B9BF-1B39D3EB5B9B}"/>
              </a:ext>
            </a:extLst>
          </p:cNvPr>
          <p:cNvSpPr txBox="1"/>
          <p:nvPr/>
        </p:nvSpPr>
        <p:spPr>
          <a:xfrm>
            <a:off x="1066800" y="2895600"/>
            <a:ext cx="2946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chemeClr val="accent1"/>
                </a:solidFill>
              </a:rPr>
              <a:t>Comece antes de estar pronto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5B1F44F-D46A-488F-94AD-EB9D8B440762}"/>
              </a:ext>
            </a:extLst>
          </p:cNvPr>
          <p:cNvSpPr txBox="1"/>
          <p:nvPr/>
        </p:nvSpPr>
        <p:spPr>
          <a:xfrm>
            <a:off x="1066800" y="3556000"/>
            <a:ext cx="2946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Não espere ser expert para compartilhar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1C159B7-6988-44B6-B1A6-8170A535664B}"/>
              </a:ext>
            </a:extLst>
          </p:cNvPr>
          <p:cNvSpPr/>
          <p:nvPr/>
        </p:nvSpPr>
        <p:spPr>
          <a:xfrm>
            <a:off x="4445000" y="2032000"/>
            <a:ext cx="3302000" cy="2667000"/>
          </a:xfrm>
          <a:prstGeom prst="roundRect">
            <a:avLst/>
          </a:prstGeom>
          <a:solidFill>
            <a:schemeClr val="bg2"/>
          </a:solidFill>
          <a:ln w="254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2A34D1-33E9-4AF9-84D8-8F9D5E207470}"/>
              </a:ext>
            </a:extLst>
          </p:cNvPr>
          <p:cNvSpPr txBox="1"/>
          <p:nvPr/>
        </p:nvSpPr>
        <p:spPr>
          <a:xfrm>
            <a:off x="4572000" y="2159000"/>
            <a:ext cx="76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600" b="1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E7DF4A-1B2F-40BE-8EAE-14D6170F8EF2}"/>
              </a:ext>
            </a:extLst>
          </p:cNvPr>
          <p:cNvSpPr txBox="1"/>
          <p:nvPr/>
        </p:nvSpPr>
        <p:spPr>
          <a:xfrm>
            <a:off x="4622800" y="2895600"/>
            <a:ext cx="2946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chemeClr val="accent1"/>
                </a:solidFill>
              </a:rPr>
              <a:t>Consistência &gt; perfeição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1964F5-8811-44BB-8A2D-96E9554D748B}"/>
              </a:ext>
            </a:extLst>
          </p:cNvPr>
          <p:cNvSpPr txBox="1"/>
          <p:nvPr/>
        </p:nvSpPr>
        <p:spPr>
          <a:xfrm>
            <a:off x="4622800" y="3556000"/>
            <a:ext cx="2946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Publicar toda semana importa mais que cada post ser perfeito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C85C3A3-4E8D-48BE-AA6D-A5053A3FB302}"/>
              </a:ext>
            </a:extLst>
          </p:cNvPr>
          <p:cNvSpPr/>
          <p:nvPr/>
        </p:nvSpPr>
        <p:spPr>
          <a:xfrm>
            <a:off x="8001000" y="2032000"/>
            <a:ext cx="3302000" cy="2667000"/>
          </a:xfrm>
          <a:prstGeom prst="roundRect">
            <a:avLst/>
          </a:prstGeom>
          <a:solidFill>
            <a:schemeClr val="bg2"/>
          </a:solidFill>
          <a:ln w="254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5D33EC-B462-4D9C-BEEF-15A460DBCA9C}"/>
              </a:ext>
            </a:extLst>
          </p:cNvPr>
          <p:cNvSpPr txBox="1"/>
          <p:nvPr/>
        </p:nvSpPr>
        <p:spPr>
          <a:xfrm>
            <a:off x="8128000" y="2159000"/>
            <a:ext cx="76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600" b="1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2C2FDB-2FF8-43D2-B711-67AA86B00738}"/>
              </a:ext>
            </a:extLst>
          </p:cNvPr>
          <p:cNvSpPr txBox="1"/>
          <p:nvPr/>
        </p:nvSpPr>
        <p:spPr>
          <a:xfrm>
            <a:off x="8178800" y="2895600"/>
            <a:ext cx="29464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b="1">
                <a:solidFill>
                  <a:schemeClr val="accent1"/>
                </a:solidFill>
              </a:rPr>
              <a:t>Comunidade multiplica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D17518-97A7-4F7E-B8BD-B553B997EBE7}"/>
              </a:ext>
            </a:extLst>
          </p:cNvPr>
          <p:cNvSpPr txBox="1"/>
          <p:nvPr/>
        </p:nvSpPr>
        <p:spPr>
          <a:xfrm>
            <a:off x="8178800" y="3556000"/>
            <a:ext cx="2946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chemeClr val="tx1"/>
                </a:solidFill>
              </a:rPr>
              <a:t>Ajudar outros é o melhor investimento de carreira</a:t>
            </a:r>
          </a:p>
        </p:txBody>
      </p:sp>
    </p:spTree>
    <p:extLst>
      <p:ext uri="{BB962C8B-B14F-4D97-AF65-F5344CB8AC3E}">
        <p14:creationId xmlns:p14="http://schemas.microsoft.com/office/powerpoint/2010/main" val="2613700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9F4E1-8005-FE1A-C940-BCA7A678B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sz="4800" b="1" dirty="0">
                <a:solidFill>
                  <a:schemeClr val="accent2"/>
                </a:solidFill>
              </a:rPr>
              <a:t>Sua vez.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429FC7-05CC-E0F1-0A3E-351C66FCB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pt-BR" sz="2000" dirty="0"/>
              <a:t>Comece a criar conteúdo hoje.</a:t>
            </a:r>
          </a:p>
          <a:p>
            <a:pPr algn="ctr"/>
            <a:r>
              <a:rPr lang="pt-BR" sz="2000" dirty="0"/>
              <a:t>A próxima janela de aplicação pode ser a sua.</a:t>
            </a:r>
          </a:p>
          <a:p>
            <a:pPr algn="ctr"/>
            <a:endParaRPr lang="pt-BR" sz="1600" dirty="0"/>
          </a:p>
          <a:p>
            <a:pPr algn="ctr"/>
            <a:r>
              <a:rPr lang="pt-BR" sz="1800" b="1" dirty="0">
                <a:solidFill>
                  <a:schemeClr val="accent1"/>
                </a:solidFill>
              </a:rPr>
              <a:t>aws.amazon.com/developer/community/community-builders</a:t>
            </a:r>
          </a:p>
        </p:txBody>
      </p:sp>
    </p:spTree>
    <p:extLst>
      <p:ext uri="{BB962C8B-B14F-4D97-AF65-F5344CB8AC3E}">
        <p14:creationId xmlns:p14="http://schemas.microsoft.com/office/powerpoint/2010/main" val="2624987620"/>
      </p:ext>
    </p:extLst>
  </p:cSld>
  <p:clrMapOvr>
    <a:masterClrMapping/>
  </p:clrMapOvr>
</p:sld>
</file>

<file path=ppt/theme/theme1.xml><?xml version="1.0" encoding="utf-8"?>
<a:theme xmlns:a="http://schemas.openxmlformats.org/drawingml/2006/main" name="AWS Community Builders [1792525921919]">
  <a:themeElements>
    <a:clrScheme name="AWS Community Builders">
      <a:dk1>
        <a:srgbClr val="161E2D"/>
      </a:dk1>
      <a:lt1>
        <a:srgbClr val="FFFFFF"/>
      </a:lt1>
      <a:dk2>
        <a:srgbClr val="232F3E"/>
      </a:dk2>
      <a:lt2>
        <a:srgbClr val="D5DBE3"/>
      </a:lt2>
      <a:accent1>
        <a:srgbClr val="20C5A8"/>
      </a:accent1>
      <a:accent2>
        <a:srgbClr val="FF9900"/>
      </a:accent2>
      <a:accent3>
        <a:srgbClr val="3B8FE8"/>
      </a:accent3>
      <a:accent4>
        <a:srgbClr val="5B9BF0"/>
      </a:accent4>
      <a:accent5>
        <a:srgbClr val="8C97A8"/>
      </a:accent5>
      <a:accent6>
        <a:srgbClr val="FFFFFF"/>
      </a:accent6>
      <a:hlink>
        <a:srgbClr val="5BB0FF"/>
      </a:hlink>
      <a:folHlink>
        <a:srgbClr val="A78BFA"/>
      </a:folHlink>
    </a:clrScheme>
    <a:fontScheme name="AWS Community Builders">
      <a:majorFont>
        <a:latin typeface="Montserrat Bold"/>
        <a:ea typeface=""/>
        <a:cs typeface=""/>
      </a:majorFont>
      <a:minorFont>
        <a:latin typeface="Montserrat Regular"/>
        <a:ea typeface=""/>
        <a:cs typeface=""/>
      </a:minorFont>
    </a:fontScheme>
    <a:fmtScheme name="Sólidos Suti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ede" id="{895B3F06-F589-4DAC-AAAB-6D9F6CC961D9}" vid="{0830D066-5876-4F2A-9488-4519957997F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B028B6-6D2A-4C4B-B2A5-DE20699A6305}">
  <we:reference id="f5f369e5-aa35-49d7-ad7b-638152ddb008" version="1.0.0.1" store="EXCatalog" storeType="EXCatalog"/>
  <we:alternateReferences>
    <we:reference id="WA200010001" version="1.0.0.1" store="pt-BR" storeType="OMEX"/>
  </we:alternateReferences>
  <we:properties>
    <we:property name="claude.fileId" value="&quot;779a4023-bea0-4499-afef-eaeb01af784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A527001218D643BCE2CB5010569311" ma:contentTypeVersion="19" ma:contentTypeDescription="Crie um novo documento." ma:contentTypeScope="" ma:versionID="aacb0b1add0242dbe4a81a6d36f2e0f5">
  <xsd:schema xmlns:xsd="http://www.w3.org/2001/XMLSchema" xmlns:xs="http://www.w3.org/2001/XMLSchema" xmlns:p="http://schemas.microsoft.com/office/2006/metadata/properties" xmlns:ns2="b6d99a4e-ca6f-4b08-b610-a3dd178f736a" xmlns:ns3="1fef7b2c-3f42-430f-9e71-0985d0f17838" targetNamespace="http://schemas.microsoft.com/office/2006/metadata/properties" ma:root="true" ma:fieldsID="fac22f0debc7c34ba2bf1a663a962b04" ns2:_="" ns3:_="">
    <xsd:import namespace="b6d99a4e-ca6f-4b08-b610-a3dd178f736a"/>
    <xsd:import namespace="1fef7b2c-3f42-430f-9e71-0985d0f1783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d99a4e-ca6f-4b08-b610-a3dd178f736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461de86-5708-4044-ab09-a83167688adc}" ma:internalName="TaxCatchAll" ma:showField="CatchAllData" ma:web="b6d99a4e-ca6f-4b08-b610-a3dd178f73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ef7b2c-3f42-430f-9e71-0985d0f178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c88b5477-5822-4d7e-9ab2-6f9c9ae097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d99a4e-ca6f-4b08-b610-a3dd178f736a">
      <UserInfo>
        <DisplayName>Gabriel Brito de Oliveira</DisplayName>
        <AccountId>69</AccountId>
        <AccountType/>
      </UserInfo>
      <UserInfo>
        <DisplayName>Rodrigo de Carvalho Rocha Oliveira</DisplayName>
        <AccountId>268</AccountId>
        <AccountType/>
      </UserInfo>
    </SharedWithUsers>
    <TaxCatchAll xmlns="b6d99a4e-ca6f-4b08-b610-a3dd178f736a" xsi:nil="true"/>
    <lcf76f155ced4ddcb4097134ff3c332f xmlns="1fef7b2c-3f42-430f-9e71-0985d0f1783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EDF2209-25BC-48DF-8EC1-414F6DB1B0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CBE3C5-F07E-4545-951D-7201D1E2FA4C}">
  <ds:schemaRefs>
    <ds:schemaRef ds:uri="1fef7b2c-3f42-430f-9e71-0985d0f17838"/>
    <ds:schemaRef ds:uri="b6d99a4e-ca6f-4b08-b610-a3dd178f736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C424E5-1323-429E-AD6D-35E702341A42}">
  <ds:schemaRefs>
    <ds:schemaRef ds:uri="1fef7b2c-3f42-430f-9e71-0985d0f17838"/>
    <ds:schemaRef ds:uri="b6d99a4e-ca6f-4b08-b610-a3dd178f736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</TotalTime>
  <Words>819</Words>
  <Application>Microsoft Office PowerPoint</Application>
  <PresentationFormat>Widescreen</PresentationFormat>
  <Paragraphs>138</Paragraphs>
  <Slides>19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Calibri</vt:lpstr>
      <vt:lpstr>Montserrat Bold</vt:lpstr>
      <vt:lpstr>Montserrat Regular</vt:lpstr>
      <vt:lpstr>Noto Sans</vt:lpstr>
      <vt:lpstr>Poppins</vt:lpstr>
      <vt:lpstr>AWS Community Builders [1792525921919]</vt:lpstr>
      <vt:lpstr>AWS Community Builders</vt:lpstr>
      <vt:lpstr>O que é AWS Community Builders?</vt:lpstr>
      <vt:lpstr>O que é e o que não é</vt:lpstr>
      <vt:lpstr>Quem são os Community Builders?</vt:lpstr>
      <vt:lpstr>Os números do programa</vt:lpstr>
      <vt:lpstr>Porque é importante</vt:lpstr>
      <vt:lpstr>Benefícios do programa</vt:lpstr>
      <vt:lpstr>E tem mais...</vt:lpstr>
      <vt:lpstr>As 10 categorias técnicas</vt:lpstr>
      <vt:lpstr>Como se candidatar</vt:lpstr>
      <vt:lpstr>Site Community Builders</vt:lpstr>
      <vt:lpstr>Site Dev.to</vt:lpstr>
      <vt:lpstr>Minha jornada</vt:lpstr>
      <vt:lpstr>Minha timeline como Community Builder</vt:lpstr>
      <vt:lpstr>O que fiz diferente na 4ª vez</vt:lpstr>
      <vt:lpstr>Dicas para sua aplicação</vt:lpstr>
      <vt:lpstr>Como participar (mesmo sem ser CB)</vt:lpstr>
      <vt:lpstr>Lições aprendidas</vt:lpstr>
      <vt:lpstr>Sua vez.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Emily Souza Lima</dc:creator>
  <cp:lastModifiedBy>Thiago Nunes Marques</cp:lastModifiedBy>
  <cp:revision>8</cp:revision>
  <dcterms:created xsi:type="dcterms:W3CDTF">2023-01-26T19:04:38Z</dcterms:created>
  <dcterms:modified xsi:type="dcterms:W3CDTF">2026-10-20T19:55:54Z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0x01010070A527001218D643BCE2CB5010569311</vt:lpwstr>
  </property>
  <property fmtid="{D5CDD505-2E9C-101B-9397-08002B2CF9AE}" pid="4" name="MSIP_Label_608b97d0-2adb-46cd-808f-e47c6343c4a2_Enabled">
    <vt:lpwstr>true</vt:lpwstr>
  </property>
  <property fmtid="{D5CDD505-2E9C-101B-9397-08002B2CF9AE}" pid="5" name="MSIP_Label_608b97d0-2adb-46cd-808f-e47c6343c4a2_SetDate">
    <vt:lpwstr>2026-10-15T13:00:28Z</vt:lpwstr>
  </property>
  <property fmtid="{D5CDD505-2E9C-101B-9397-08002B2CF9AE}" pid="6" name="MSIP_Label_608b97d0-2adb-46cd-808f-e47c6343c4a2_Method">
    <vt:lpwstr>Privileged</vt:lpwstr>
  </property>
  <property fmtid="{D5CDD505-2E9C-101B-9397-08002B2CF9AE}" pid="7" name="MSIP_Label_608b97d0-2adb-46cd-808f-e47c6343c4a2_Name">
    <vt:lpwstr>Interno</vt:lpwstr>
  </property>
  <property fmtid="{D5CDD505-2E9C-101B-9397-08002B2CF9AE}" pid="8" name="MSIP_Label_608b97d0-2adb-46cd-808f-e47c6343c4a2_SiteId">
    <vt:lpwstr>538a9031-c50a-4bfd-80d8-0bdef0c18b09</vt:lpwstr>
  </property>
  <property fmtid="{D5CDD505-2E9C-101B-9397-08002B2CF9AE}" pid="9" name="MSIP_Label_608b97d0-2adb-46cd-808f-e47c6343c4a2_ActionId">
    <vt:lpwstr>2a5ae208-6670-4402-8eb9-6a53b906f594</vt:lpwstr>
  </property>
  <property fmtid="{D5CDD505-2E9C-101B-9397-08002B2CF9AE}" pid="10" name="MSIP_Label_608b97d0-2adb-46cd-808f-e47c6343c4a2_ContentBits">
    <vt:lpwstr>3</vt:lpwstr>
  </property>
  <property fmtid="{D5CDD505-2E9C-101B-9397-08002B2CF9AE}" pid="11" name="MSIP_Label_608b97d0-2adb-46cd-808f-e47c6343c4a2_Tag">
    <vt:lpwstr>10, 0, 1, 1</vt:lpwstr>
  </property>
  <property fmtid="{D5CDD505-2E9C-101B-9397-08002B2CF9AE}" pid="12" name="ClassificationContentMarkingFooterLocations">
    <vt:lpwstr>Darede:8</vt:lpwstr>
  </property>
  <property fmtid="{D5CDD505-2E9C-101B-9397-08002B2CF9AE}" pid="13" name="ClassificationContentMarkingFooterText">
    <vt:lpwstr>[Documento Interno - Darede Serviços de TI LTDA]</vt:lpwstr>
  </property>
  <property fmtid="{D5CDD505-2E9C-101B-9397-08002B2CF9AE}" pid="14" name="ClassificationContentMarkingHeaderLocations">
    <vt:lpwstr>Darede:7</vt:lpwstr>
  </property>
  <property fmtid="{D5CDD505-2E9C-101B-9397-08002B2CF9AE}" pid="15" name="ClassificationContentMarkingHeaderText">
    <vt:lpwstr>[Documento Interno - Darede Serviços de TI LTDA]</vt:lpwstr>
  </property>
</Properties>
</file>