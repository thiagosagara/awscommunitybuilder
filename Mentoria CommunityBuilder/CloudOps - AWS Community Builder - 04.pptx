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18"/>
  </p:notesMasterIdLst>
  <p:handoutMasterIdLst>
    <p:handoutMasterId r:id="rId19"/>
  </p:handoutMasterIdLst>
  <p:sldIdLst>
    <p:sldId id="2147483593" r:id="rId5"/>
    <p:sldId id="2147483532" r:id="rId6"/>
    <p:sldId id="2147483566" r:id="rId7"/>
    <p:sldId id="2147483601" r:id="rId8"/>
    <p:sldId id="2147483607" r:id="rId9"/>
    <p:sldId id="2147483571" r:id="rId10"/>
    <p:sldId id="2147483602" r:id="rId11"/>
    <p:sldId id="2147483609" r:id="rId12"/>
    <p:sldId id="2147483604" r:id="rId13"/>
    <p:sldId id="2147483605" r:id="rId14"/>
    <p:sldId id="2147483606" r:id="rId15"/>
    <p:sldId id="2147483582" r:id="rId16"/>
    <p:sldId id="2147483579" r:id="rId17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B54A346-E51F-4310-A6B4-CD7A009FBFBC}">
          <p14:sldIdLst>
            <p14:sldId id="2147483593"/>
            <p14:sldId id="2147483532"/>
            <p14:sldId id="2147483566"/>
            <p14:sldId id="2147483601"/>
            <p14:sldId id="2147483607"/>
            <p14:sldId id="2147483571"/>
            <p14:sldId id="2147483602"/>
            <p14:sldId id="2147483609"/>
            <p14:sldId id="2147483604"/>
            <p14:sldId id="2147483605"/>
            <p14:sldId id="2147483606"/>
            <p14:sldId id="2147483582"/>
            <p14:sldId id="21474835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FE7021-C8C4-9B53-528C-497F12266844}" name="Thiago Nunes Marques" initials="TM" userId="S::thiago.marques@darede.com.br::dce263a7-ad90-4d73-8fe4-82134c2baa66" providerId="AD"/>
  <p188:author id="{BE252553-09B2-545D-D89C-A9C1DA2A98D0}" name="Cintia Domingues Holanda" initials="CH" userId="S::cintia.holanda@darede.com.br::6ca610bf-6e6c-4cdd-a9a9-1186570db458" providerId="AD"/>
  <p188:author id="{2EAD42B3-5ACB-5D25-7C56-56F4DE132B93}" name="Lucas Cardoso" initials="LC" userId="S::lucas.cardoso@darede.com.br::d0f328cb-8f7b-4de2-8ed6-63cf57f8bc94" providerId="AD"/>
  <p188:author id="{CF9FCDD1-8D62-22BE-E870-F60BE0E6B9F1}" name="Ricardo Amaral Caeiro" initials="RC" userId="S::ricardo.caeiro@darede.com.br::dc0defa8-b03c-46a7-8b95-907bce82c3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21B"/>
    <a:srgbClr val="D9D912"/>
    <a:srgbClr val="000000"/>
    <a:srgbClr val="0C502C"/>
    <a:srgbClr val="F1A22D"/>
    <a:srgbClr val="077F5A"/>
    <a:srgbClr val="0F4E32"/>
    <a:srgbClr val="92D050"/>
    <a:srgbClr val="C9E7CC"/>
    <a:srgbClr val="75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BEDA8-E98A-48AB-97C5-FD68D1DFA329}" v="1" dt="2026-10-22T12:56:00.597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814" autoAdjust="0"/>
  </p:normalViewPr>
  <p:slideViewPr>
    <p:cSldViewPr snapToGrid="0">
      <p:cViewPr varScale="1">
        <p:scale>
          <a:sx n="83" d="100"/>
          <a:sy n="83" d="100"/>
        </p:scale>
        <p:origin x="1554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Nunes Marques" userId="dce263a7-ad90-4d73-8fe4-82134c2baa66" providerId="ADAL" clId="{3CD70271-57F3-4E4E-BB86-D11C6874D2FE}"/>
    <pc:docChg chg="custSel addSld delSld modSld addMainMaster delMainMaster modSection">
      <pc:chgData name="Thiago Nunes Marques" userId="dce263a7-ad90-4d73-8fe4-82134c2baa66" providerId="ADAL" clId="{3CD70271-57F3-4E4E-BB86-D11C6874D2FE}" dt="2026-10-22T12:58:14.045" v="263" actId="20577"/>
      <pc:docMkLst>
        <pc:docMk/>
      </pc:docMkLst>
      <pc:sldChg chg="modSp mod modClrScheme chgLayout">
        <pc:chgData name="Thiago Nunes Marques" userId="dce263a7-ad90-4d73-8fe4-82134c2baa66" providerId="ADAL" clId="{3CD70271-57F3-4E4E-BB86-D11C6874D2FE}" dt="2026-10-22T12:58:14.045" v="263" actId="20577"/>
        <pc:sldMkLst>
          <pc:docMk/>
          <pc:sldMk cId="4210951866" sldId="2147483532"/>
        </pc:sldMkLst>
        <pc:spChg chg="mod ord">
          <ac:chgData name="Thiago Nunes Marques" userId="dce263a7-ad90-4d73-8fe4-82134c2baa66" providerId="ADAL" clId="{3CD70271-57F3-4E4E-BB86-D11C6874D2FE}" dt="2026-10-22T12:58:14.045" v="263" actId="20577"/>
          <ac:spMkLst>
            <pc:docMk/>
            <pc:sldMk cId="4210951866" sldId="2147483532"/>
            <ac:spMk id="2" creationId="{20732363-0242-D53C-56B7-28DCCC8801CF}"/>
          </ac:spMkLst>
        </pc:spChg>
        <pc:spChg chg="mod ord">
          <ac:chgData name="Thiago Nunes Marques" userId="dce263a7-ad90-4d73-8fe4-82134c2baa66" providerId="ADAL" clId="{3CD70271-57F3-4E4E-BB86-D11C6874D2FE}" dt="2026-10-20T21:02:50.183" v="2"/>
          <ac:spMkLst>
            <pc:docMk/>
            <pc:sldMk cId="4210951866" sldId="2147483532"/>
            <ac:spMk id="3" creationId="{CB71C162-ECC0-3340-802D-061566BC3B30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2T12:53:28.193" v="91" actId="20577"/>
        <pc:sldMkLst>
          <pc:docMk/>
          <pc:sldMk cId="1209557095" sldId="2147483566"/>
        </pc:sldMkLst>
        <pc:spChg chg="mod ord">
          <ac:chgData name="Thiago Nunes Marques" userId="dce263a7-ad90-4d73-8fe4-82134c2baa66" providerId="ADAL" clId="{3CD70271-57F3-4E4E-BB86-D11C6874D2FE}" dt="2026-10-22T12:53:28.193" v="91" actId="20577"/>
          <ac:spMkLst>
            <pc:docMk/>
            <pc:sldMk cId="1209557095" sldId="2147483566"/>
            <ac:spMk id="2" creationId="{30B67455-A1FC-66B6-73C3-DA58D55C70CF}"/>
          </ac:spMkLst>
        </pc:spChg>
        <pc:spChg chg="mod ord">
          <ac:chgData name="Thiago Nunes Marques" userId="dce263a7-ad90-4d73-8fe4-82134c2baa66" providerId="ADAL" clId="{3CD70271-57F3-4E4E-BB86-D11C6874D2FE}" dt="2026-10-20T21:02:50.185" v="3"/>
          <ac:spMkLst>
            <pc:docMk/>
            <pc:sldMk cId="1209557095" sldId="2147483566"/>
            <ac:spMk id="3" creationId="{B0B23269-E2A4-24D2-C06F-30C86719BE61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2T12:53:54.943" v="110" actId="20577"/>
        <pc:sldMkLst>
          <pc:docMk/>
          <pc:sldMk cId="3799173275" sldId="2147483571"/>
        </pc:sldMkLst>
        <pc:spChg chg="mod ord">
          <ac:chgData name="Thiago Nunes Marques" userId="dce263a7-ad90-4d73-8fe4-82134c2baa66" providerId="ADAL" clId="{3CD70271-57F3-4E4E-BB86-D11C6874D2FE}" dt="2026-10-22T12:53:43.429" v="97" actId="20577"/>
          <ac:spMkLst>
            <pc:docMk/>
            <pc:sldMk cId="3799173275" sldId="2147483571"/>
            <ac:spMk id="2" creationId="{32C2236D-EA0A-5588-3C50-B6AC78A1FB97}"/>
          </ac:spMkLst>
        </pc:spChg>
        <pc:spChg chg="mod ord">
          <ac:chgData name="Thiago Nunes Marques" userId="dce263a7-ad90-4d73-8fe4-82134c2baa66" providerId="ADAL" clId="{3CD70271-57F3-4E4E-BB86-D11C6874D2FE}" dt="2026-10-22T12:53:54.943" v="110" actId="20577"/>
          <ac:spMkLst>
            <pc:docMk/>
            <pc:sldMk cId="3799173275" sldId="2147483571"/>
            <ac:spMk id="3" creationId="{D70856C2-3CB5-404C-A60E-4035EDEB49EB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2T12:57:27.001" v="192" actId="20577"/>
        <pc:sldMkLst>
          <pc:docMk/>
          <pc:sldMk cId="1880514162" sldId="2147483579"/>
        </pc:sldMkLst>
        <pc:spChg chg="mod ord">
          <ac:chgData name="Thiago Nunes Marques" userId="dce263a7-ad90-4d73-8fe4-82134c2baa66" providerId="ADAL" clId="{3CD70271-57F3-4E4E-BB86-D11C6874D2FE}" dt="2026-10-20T21:02:50.208" v="14"/>
          <ac:spMkLst>
            <pc:docMk/>
            <pc:sldMk cId="1880514162" sldId="2147483579"/>
            <ac:spMk id="2" creationId="{CF3AB0DD-7BD7-66A5-D3DB-67FD4AA313A4}"/>
          </ac:spMkLst>
        </pc:spChg>
        <pc:spChg chg="mod ord">
          <ac:chgData name="Thiago Nunes Marques" userId="dce263a7-ad90-4d73-8fe4-82134c2baa66" providerId="ADAL" clId="{3CD70271-57F3-4E4E-BB86-D11C6874D2FE}" dt="2026-10-22T12:57:27.001" v="192" actId="20577"/>
          <ac:spMkLst>
            <pc:docMk/>
            <pc:sldMk cId="1880514162" sldId="2147483579"/>
            <ac:spMk id="3" creationId="{34830898-BFEB-6F04-1EEC-D11796CF03EB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21:02:50.206" v="13"/>
        <pc:sldMkLst>
          <pc:docMk/>
          <pc:sldMk cId="1255367787" sldId="2147483582"/>
        </pc:sldMkLst>
        <pc:spChg chg="mod ord">
          <ac:chgData name="Thiago Nunes Marques" userId="dce263a7-ad90-4d73-8fe4-82134c2baa66" providerId="ADAL" clId="{3CD70271-57F3-4E4E-BB86-D11C6874D2FE}" dt="2026-10-20T21:02:50.206" v="13"/>
          <ac:spMkLst>
            <pc:docMk/>
            <pc:sldMk cId="1255367787" sldId="2147483582"/>
            <ac:spMk id="2" creationId="{AFE8210D-9418-0990-52E2-79C1A2303930}"/>
          </ac:spMkLst>
        </pc:spChg>
        <pc:spChg chg="mod ord">
          <ac:chgData name="Thiago Nunes Marques" userId="dce263a7-ad90-4d73-8fe4-82134c2baa66" providerId="ADAL" clId="{3CD70271-57F3-4E4E-BB86-D11C6874D2FE}" dt="2026-10-20T21:02:50.206" v="13"/>
          <ac:spMkLst>
            <pc:docMk/>
            <pc:sldMk cId="1255367787" sldId="2147483582"/>
            <ac:spMk id="3" creationId="{7641B878-C427-55FB-B369-85C901B026C8}"/>
          </ac:spMkLst>
        </pc:spChg>
      </pc:sldChg>
      <pc:sldChg chg="add">
        <pc:chgData name="Thiago Nunes Marques" userId="dce263a7-ad90-4d73-8fe4-82134c2baa66" providerId="ADAL" clId="{3CD70271-57F3-4E4E-BB86-D11C6874D2FE}" dt="2026-10-20T21:02:50.023" v="0"/>
        <pc:sldMkLst>
          <pc:docMk/>
          <pc:sldMk cId="2132696166" sldId="2147483593"/>
        </pc:sldMkLst>
      </pc:sldChg>
      <pc:sldChg chg="add">
        <pc:chgData name="Thiago Nunes Marques" userId="dce263a7-ad90-4d73-8fe4-82134c2baa66" providerId="ADAL" clId="{3CD70271-57F3-4E4E-BB86-D11C6874D2FE}" dt="2026-10-20T21:04:00.994" v="31"/>
        <pc:sldMkLst>
          <pc:docMk/>
          <pc:sldMk cId="1024117562" sldId="2147483601"/>
        </pc:sldMkLst>
      </pc:sldChg>
      <pc:sldChg chg="delSp modSp add mod">
        <pc:chgData name="Thiago Nunes Marques" userId="dce263a7-ad90-4d73-8fe4-82134c2baa66" providerId="ADAL" clId="{3CD70271-57F3-4E4E-BB86-D11C6874D2FE}" dt="2026-10-22T12:54:45.067" v="128" actId="20577"/>
        <pc:sldMkLst>
          <pc:docMk/>
          <pc:sldMk cId="484329456" sldId="2147483602"/>
        </pc:sldMkLst>
        <pc:spChg chg="mod">
          <ac:chgData name="Thiago Nunes Marques" userId="dce263a7-ad90-4d73-8fe4-82134c2baa66" providerId="ADAL" clId="{3CD70271-57F3-4E4E-BB86-D11C6874D2FE}" dt="2026-10-22T12:54:15.648" v="117" actId="20577"/>
          <ac:spMkLst>
            <pc:docMk/>
            <pc:sldMk cId="484329456" sldId="2147483602"/>
            <ac:spMk id="12" creationId="{F93B662A-A2CA-4ABC-ACE2-7688ACB8A12C}"/>
          </ac:spMkLst>
        </pc:spChg>
        <pc:spChg chg="mod">
          <ac:chgData name="Thiago Nunes Marques" userId="dce263a7-ad90-4d73-8fe4-82134c2baa66" providerId="ADAL" clId="{3CD70271-57F3-4E4E-BB86-D11C6874D2FE}" dt="2026-10-22T12:54:25.106" v="121" actId="20577"/>
          <ac:spMkLst>
            <pc:docMk/>
            <pc:sldMk cId="484329456" sldId="2147483602"/>
            <ac:spMk id="15" creationId="{17FBF600-C7BA-422B-8074-F7C959D596CF}"/>
          </ac:spMkLst>
        </pc:spChg>
        <pc:spChg chg="mod">
          <ac:chgData name="Thiago Nunes Marques" userId="dce263a7-ad90-4d73-8fe4-82134c2baa66" providerId="ADAL" clId="{3CD70271-57F3-4E4E-BB86-D11C6874D2FE}" dt="2026-10-22T12:54:45.067" v="128" actId="20577"/>
          <ac:spMkLst>
            <pc:docMk/>
            <pc:sldMk cId="484329456" sldId="2147483602"/>
            <ac:spMk id="21" creationId="{ECBBF7D2-599D-42FD-8431-58DAC2C8A48E}"/>
          </ac:spMkLst>
        </pc:spChg>
        <pc:spChg chg="del">
          <ac:chgData name="Thiago Nunes Marques" userId="dce263a7-ad90-4d73-8fe4-82134c2baa66" providerId="ADAL" clId="{3CD70271-57F3-4E4E-BB86-D11C6874D2FE}" dt="2026-10-22T12:53:59.612" v="111" actId="478"/>
          <ac:spMkLst>
            <pc:docMk/>
            <pc:sldMk cId="484329456" sldId="2147483602"/>
            <ac:spMk id="22" creationId="{C74FD2DE-413F-74FE-42A0-0A15880A0639}"/>
          </ac:spMkLst>
        </pc:spChg>
      </pc:sldChg>
      <pc:sldChg chg="delSp add mod">
        <pc:chgData name="Thiago Nunes Marques" userId="dce263a7-ad90-4d73-8fe4-82134c2baa66" providerId="ADAL" clId="{3CD70271-57F3-4E4E-BB86-D11C6874D2FE}" dt="2026-10-20T21:14:41.855" v="67" actId="478"/>
        <pc:sldMkLst>
          <pc:docMk/>
          <pc:sldMk cId="3630307162" sldId="2147483604"/>
        </pc:sldMkLst>
      </pc:sldChg>
      <pc:sldChg chg="delSp add mod">
        <pc:chgData name="Thiago Nunes Marques" userId="dce263a7-ad90-4d73-8fe4-82134c2baa66" providerId="ADAL" clId="{3CD70271-57F3-4E4E-BB86-D11C6874D2FE}" dt="2026-10-20T21:14:44.742" v="68" actId="478"/>
        <pc:sldMkLst>
          <pc:docMk/>
          <pc:sldMk cId="4250479564" sldId="2147483605"/>
        </pc:sldMkLst>
      </pc:sldChg>
      <pc:sldChg chg="delSp add mod">
        <pc:chgData name="Thiago Nunes Marques" userId="dce263a7-ad90-4d73-8fe4-82134c2baa66" providerId="ADAL" clId="{3CD70271-57F3-4E4E-BB86-D11C6874D2FE}" dt="2026-10-20T21:14:47.432" v="69" actId="478"/>
        <pc:sldMkLst>
          <pc:docMk/>
          <pc:sldMk cId="1923907174" sldId="2147483606"/>
        </pc:sldMkLst>
      </pc:sldChg>
      <pc:sldChg chg="modSp add mod">
        <pc:chgData name="Thiago Nunes Marques" userId="dce263a7-ad90-4d73-8fe4-82134c2baa66" providerId="ADAL" clId="{3CD70271-57F3-4E4E-BB86-D11C6874D2FE}" dt="2026-10-20T21:04:25.066" v="51"/>
        <pc:sldMkLst>
          <pc:docMk/>
          <pc:sldMk cId="3685115194" sldId="2147483607"/>
        </pc:sldMkLst>
        <pc:spChg chg="mod">
          <ac:chgData name="Thiago Nunes Marques" userId="dce263a7-ad90-4d73-8fe4-82134c2baa66" providerId="ADAL" clId="{3CD70271-57F3-4E4E-BB86-D11C6874D2FE}" dt="2026-10-20T21:04:25.066" v="51"/>
          <ac:spMkLst>
            <pc:docMk/>
            <pc:sldMk cId="3685115194" sldId="2147483607"/>
            <ac:spMk id="2" creationId="{B8DBE863-4B76-A318-79A2-5DA160103756}"/>
          </ac:spMkLst>
        </pc:spChg>
      </pc:sldChg>
      <pc:sldChg chg="delSp modSp add mod">
        <pc:chgData name="Thiago Nunes Marques" userId="dce263a7-ad90-4d73-8fe4-82134c2baa66" providerId="ADAL" clId="{3CD70271-57F3-4E4E-BB86-D11C6874D2FE}" dt="2026-10-22T12:55:36.650" v="185" actId="1076"/>
        <pc:sldMkLst>
          <pc:docMk/>
          <pc:sldMk cId="3305797716" sldId="2147483609"/>
        </pc:sldMkLst>
        <pc:spChg chg="mod">
          <ac:chgData name="Thiago Nunes Marques" userId="dce263a7-ad90-4d73-8fe4-82134c2baa66" providerId="ADAL" clId="{3CD70271-57F3-4E4E-BB86-D11C6874D2FE}" dt="2026-10-22T12:55:23.564" v="183" actId="6549"/>
          <ac:spMkLst>
            <pc:docMk/>
            <pc:sldMk cId="3305797716" sldId="2147483609"/>
            <ac:spMk id="103" creationId="{9A7EC6E9-4933-4D5A-B3B6-79DE4ABF3232}"/>
          </ac:spMkLst>
        </pc:spChg>
        <pc:spChg chg="mod">
          <ac:chgData name="Thiago Nunes Marques" userId="dce263a7-ad90-4d73-8fe4-82134c2baa66" providerId="ADAL" clId="{3CD70271-57F3-4E4E-BB86-D11C6874D2FE}" dt="2026-10-22T12:55:33.182" v="184" actId="1076"/>
          <ac:spMkLst>
            <pc:docMk/>
            <pc:sldMk cId="3305797716" sldId="2147483609"/>
            <ac:spMk id="104" creationId="{9A7EC6E9-4933-4D5A-B3B6-79DE4ABF3232}"/>
          </ac:spMkLst>
        </pc:spChg>
        <pc:spChg chg="mod">
          <ac:chgData name="Thiago Nunes Marques" userId="dce263a7-ad90-4d73-8fe4-82134c2baa66" providerId="ADAL" clId="{3CD70271-57F3-4E4E-BB86-D11C6874D2FE}" dt="2026-10-22T12:55:36.650" v="185" actId="1076"/>
          <ac:spMkLst>
            <pc:docMk/>
            <pc:sldMk cId="3305797716" sldId="2147483609"/>
            <ac:spMk id="105" creationId="{9A7EC6E9-4933-4D5A-B3B6-79DE4ABF3232}"/>
          </ac:spMkLst>
        </pc:spChg>
      </pc:sldChg>
      <pc:sldChg chg="delSp modSp add del mod">
        <pc:chgData name="Thiago Nunes Marques" userId="dce263a7-ad90-4d73-8fe4-82134c2baa66" providerId="ADAL" clId="{3CD70271-57F3-4E4E-BB86-D11C6874D2FE}" dt="2026-10-22T12:57:08.052" v="186" actId="47"/>
        <pc:sldMkLst>
          <pc:docMk/>
          <pc:sldMk cId="4128607290" sldId="2147483610"/>
        </pc:sldMkLst>
      </pc:sldChg>
      <pc:sldMasterChg chg="add addSldLayout delSldLayout">
        <pc:chgData name="Thiago Nunes Marques" userId="dce263a7-ad90-4d73-8fe4-82134c2baa66" providerId="ADAL" clId="{3CD70271-57F3-4E4E-BB86-D11C6874D2FE}" dt="2026-10-22T12:57:08.052" v="186" actId="47"/>
        <pc:sldMasterMkLst>
          <pc:docMk/>
          <pc:sldMasterMk cId="1373643741" sldId="2147484011"/>
        </pc:sldMasterMkLst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845079690" sldId="2147483957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314870587" sldId="2147483958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4064614008" sldId="2147483959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082266506" sldId="2147483960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4204782547" sldId="2147483961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4178783965" sldId="2147483962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845579273" sldId="2147483963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467024258" sldId="2147483964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026574099" sldId="2147483965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35081097" sldId="2147483966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026954715" sldId="2147483967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503350492" sldId="2147483968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4276239370" sldId="2147483969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079178707" sldId="2147483970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809553432" sldId="2147483971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690510249" sldId="2147483972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064585424" sldId="2147483973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594699878" sldId="2147483974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860788858" sldId="2147483975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96290113" sldId="2147483976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4290131970" sldId="2147483977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145478719" sldId="2147483978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641355855" sldId="2147483979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567001699" sldId="2147483980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707413817" sldId="2147483981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633584631" sldId="2147483982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504218184" sldId="2147483983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139778058" sldId="2147483984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813867842" sldId="2147483985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286816779" sldId="2147483986"/>
          </pc:sldLayoutMkLst>
        </pc:sldLayoutChg>
        <pc:sldLayoutChg chg="add del">
          <pc:chgData name="Thiago Nunes Marques" userId="dce263a7-ad90-4d73-8fe4-82134c2baa66" providerId="ADAL" clId="{3CD70271-57F3-4E4E-BB86-D11C6874D2FE}" dt="2026-10-22T12:57:08.052" v="186" actId="47"/>
          <pc:sldLayoutMkLst>
            <pc:docMk/>
            <pc:sldMasterMk cId="1373643741" sldId="2147484011"/>
            <pc:sldLayoutMk cId="2849860798" sldId="2147483987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898410395" sldId="2147483988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953946941" sldId="2147483989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333108694" sldId="2147483990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934005334" sldId="2147483991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960236317" sldId="2147483992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511479117" sldId="2147483993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20610665" sldId="2147483994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099581988" sldId="2147483995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591358847" sldId="2147483996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124535195" sldId="2147483997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204482559" sldId="2147483998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992485331" sldId="2147483999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177287686" sldId="2147484000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476979649" sldId="2147484001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1537686277" sldId="2147484002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4246727253" sldId="2147484003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557563814" sldId="2147484004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135712692" sldId="2147484005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547807603" sldId="2147484006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2360959198" sldId="2147484007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330699624" sldId="2147484008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3398281277" sldId="2147484009"/>
          </pc:sldLayoutMkLst>
        </pc:sldLayoutChg>
        <pc:sldLayoutChg chg="add">
          <pc:chgData name="Thiago Nunes Marques" userId="dce263a7-ad90-4d73-8fe4-82134c2baa66" providerId="ADAL" clId="{3CD70271-57F3-4E4E-BB86-D11C6874D2FE}" dt="2026-10-20T21:02:50.023" v="0"/>
          <pc:sldLayoutMkLst>
            <pc:docMk/>
            <pc:sldMasterMk cId="1373643741" sldId="2147484011"/>
            <pc:sldLayoutMk cId="57245370" sldId="214748401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AB3CE755-960B-D4CE-B08B-7ECC868D35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4847F2-2A2D-AF76-416B-C1AAEB897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406DAB2-0FC3-43C7-914D-3104E5981E09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D9D867-7CA6-FB18-FFB0-9D7043282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B8FC81-4C88-1501-8734-F2F9579C3D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C125263-6D87-42D1-B7AF-0B58522CFD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366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F5D03E3-D66C-4B19-A04F-D652BE3D20B8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CC21184-9350-4909-9B56-C0149CDE53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75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https://www.instagram.com/p/DcdekRzDf5v/</a:t>
            </a:r>
            <a:br>
              <a:rPr lang="pt-BR" dirty="0"/>
            </a:br>
            <a:r>
              <a:rPr lang="pt-BR" dirty="0"/>
              <a:t>https://www.instagram.com/p/DcjHev3AGMM/</a:t>
            </a:r>
          </a:p>
          <a:p>
            <a:r>
              <a:rPr lang="pt-BR" dirty="0"/>
              <a:t>https://www.instagram.com/p/DathcyNCjTQ/</a:t>
            </a:r>
          </a:p>
          <a:p>
            <a:r>
              <a:rPr lang="pt-BR" dirty="0"/>
              <a:t>https://www.tiktok.com/@aprenda.aws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21184-9350-4909-9B56-C0149CDE53B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414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ap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Arc band"/>
          <p:cNvSpPr/>
          <p:nvPr userDrawn="1"/>
        </p:nvSpPr>
        <p:spPr>
          <a:xfrm>
            <a:off x="9809858" y="2380358"/>
            <a:ext cx="4637284" cy="4637284"/>
          </a:xfrm>
          <a:prstGeom prst="blockArc">
            <a:avLst>
              <a:gd name="adj1" fmla="val 21060000"/>
              <a:gd name="adj2" fmla="val 8273589"/>
              <a:gd name="adj3" fmla="val 4072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Arc band"/>
          <p:cNvSpPr/>
          <p:nvPr userDrawn="1"/>
        </p:nvSpPr>
        <p:spPr>
          <a:xfrm>
            <a:off x="8739776" y="1310276"/>
            <a:ext cx="6777448" cy="6777448"/>
          </a:xfrm>
          <a:prstGeom prst="blockArc">
            <a:avLst>
              <a:gd name="adj1" fmla="val 10020000"/>
              <a:gd name="adj2" fmla="val 15803506"/>
              <a:gd name="adj3" fmla="val 3687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3" name="Arc band"/>
          <p:cNvSpPr/>
          <p:nvPr userDrawn="1"/>
        </p:nvSpPr>
        <p:spPr>
          <a:xfrm>
            <a:off x="7706107" y="276607"/>
            <a:ext cx="8844787" cy="8844787"/>
          </a:xfrm>
          <a:prstGeom prst="blockArc">
            <a:avLst>
              <a:gd name="adj1" fmla="val 5520000"/>
              <a:gd name="adj2" fmla="val 10749259"/>
              <a:gd name="adj3" fmla="val 3477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Arc band"/>
          <p:cNvSpPr/>
          <p:nvPr userDrawn="1"/>
        </p:nvSpPr>
        <p:spPr>
          <a:xfrm>
            <a:off x="6658806" y="-770694"/>
            <a:ext cx="10939387" cy="10939387"/>
          </a:xfrm>
          <a:prstGeom prst="blockArc">
            <a:avLst>
              <a:gd name="adj1" fmla="val 4200000"/>
              <a:gd name="adj2" fmla="val 10828527"/>
              <a:gd name="adj3" fmla="val 2468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5" name="Arc line"/>
          <p:cNvSpPr/>
          <p:nvPr userDrawn="1"/>
        </p:nvSpPr>
        <p:spPr>
          <a:xfrm>
            <a:off x="10731500" y="3302000"/>
            <a:ext cx="2794000" cy="2794000"/>
          </a:xfrm>
          <a:prstGeom prst="arc">
            <a:avLst>
              <a:gd name="adj1" fmla="val 11550374"/>
              <a:gd name="adj2" fmla="val 15939456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7" name="Arc line"/>
          <p:cNvSpPr/>
          <p:nvPr userDrawn="1"/>
        </p:nvSpPr>
        <p:spPr>
          <a:xfrm>
            <a:off x="10401300" y="2971800"/>
            <a:ext cx="3454400" cy="3454400"/>
          </a:xfrm>
          <a:prstGeom prst="arc">
            <a:avLst>
              <a:gd name="adj1" fmla="val 3103000"/>
              <a:gd name="adj2" fmla="val 6684471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9" name="Arc line"/>
          <p:cNvSpPr/>
          <p:nvPr userDrawn="1"/>
        </p:nvSpPr>
        <p:spPr>
          <a:xfrm>
            <a:off x="10071100" y="2641600"/>
            <a:ext cx="4114800" cy="4114800"/>
          </a:xfrm>
          <a:prstGeom prst="arc">
            <a:avLst>
              <a:gd name="adj1" fmla="val 19719519"/>
              <a:gd name="adj2" fmla="val 3975671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1" name="Arc line"/>
          <p:cNvSpPr/>
          <p:nvPr userDrawn="1"/>
        </p:nvSpPr>
        <p:spPr>
          <a:xfrm>
            <a:off x="9740900" y="2311400"/>
            <a:ext cx="4775200" cy="4775200"/>
          </a:xfrm>
          <a:prstGeom prst="arc">
            <a:avLst>
              <a:gd name="adj1" fmla="val 19898025"/>
              <a:gd name="adj2" fmla="val 5715507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3" name="Arc line"/>
          <p:cNvSpPr/>
          <p:nvPr userDrawn="1"/>
        </p:nvSpPr>
        <p:spPr>
          <a:xfrm>
            <a:off x="9740900" y="2311400"/>
            <a:ext cx="4775200" cy="4775200"/>
          </a:xfrm>
          <a:prstGeom prst="arc">
            <a:avLst>
              <a:gd name="adj1" fmla="val 9186820"/>
              <a:gd name="adj2" fmla="val 12001823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5" name="Arc line"/>
          <p:cNvSpPr/>
          <p:nvPr userDrawn="1"/>
        </p:nvSpPr>
        <p:spPr>
          <a:xfrm>
            <a:off x="9410700" y="1981200"/>
            <a:ext cx="5435600" cy="5435600"/>
          </a:xfrm>
          <a:prstGeom prst="arc">
            <a:avLst>
              <a:gd name="adj1" fmla="val 10123113"/>
              <a:gd name="adj2" fmla="val 18216573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7" name="Arc line"/>
          <p:cNvSpPr/>
          <p:nvPr userDrawn="1"/>
        </p:nvSpPr>
        <p:spPr>
          <a:xfrm>
            <a:off x="9080500" y="1651000"/>
            <a:ext cx="6096000" cy="6096000"/>
          </a:xfrm>
          <a:prstGeom prst="arc">
            <a:avLst>
              <a:gd name="adj1" fmla="val 2997890"/>
              <a:gd name="adj2" fmla="val 6457662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9" name="Arc line"/>
          <p:cNvSpPr/>
          <p:nvPr userDrawn="1"/>
        </p:nvSpPr>
        <p:spPr>
          <a:xfrm>
            <a:off x="8750300" y="1320800"/>
            <a:ext cx="6756400" cy="6756400"/>
          </a:xfrm>
          <a:prstGeom prst="arc">
            <a:avLst>
              <a:gd name="adj1" fmla="val 7274252"/>
              <a:gd name="adj2" fmla="val 10222951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0" name="Arc line"/>
          <p:cNvSpPr/>
          <p:nvPr userDrawn="1"/>
        </p:nvSpPr>
        <p:spPr>
          <a:xfrm>
            <a:off x="8750300" y="1320800"/>
            <a:ext cx="6756400" cy="6756400"/>
          </a:xfrm>
          <a:prstGeom prst="arc">
            <a:avLst>
              <a:gd name="adj1" fmla="val 11834049"/>
              <a:gd name="adj2" fmla="val 19245541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1" name="Arc line"/>
          <p:cNvSpPr/>
          <p:nvPr userDrawn="1"/>
        </p:nvSpPr>
        <p:spPr>
          <a:xfrm>
            <a:off x="8420100" y="990600"/>
            <a:ext cx="7416800" cy="7416800"/>
          </a:xfrm>
          <a:prstGeom prst="arc">
            <a:avLst>
              <a:gd name="adj1" fmla="val 11446468"/>
              <a:gd name="adj2" fmla="val 17846715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2" name="Arc line"/>
          <p:cNvSpPr/>
          <p:nvPr userDrawn="1"/>
        </p:nvSpPr>
        <p:spPr>
          <a:xfrm>
            <a:off x="8089900" y="660400"/>
            <a:ext cx="8077200" cy="8077200"/>
          </a:xfrm>
          <a:prstGeom prst="arc">
            <a:avLst>
              <a:gd name="adj1" fmla="val 12835467"/>
              <a:gd name="adj2" fmla="val 21029530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4" name="Arc line"/>
          <p:cNvSpPr/>
          <p:nvPr userDrawn="1"/>
        </p:nvSpPr>
        <p:spPr>
          <a:xfrm>
            <a:off x="8089900" y="660400"/>
            <a:ext cx="8077200" cy="8077200"/>
          </a:xfrm>
          <a:prstGeom prst="arc">
            <a:avLst>
              <a:gd name="adj1" fmla="val 123119"/>
              <a:gd name="adj2" fmla="val 5764738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6" name="Arc line"/>
          <p:cNvSpPr/>
          <p:nvPr userDrawn="1"/>
        </p:nvSpPr>
        <p:spPr>
          <a:xfrm>
            <a:off x="7759700" y="330200"/>
            <a:ext cx="8737600" cy="8737600"/>
          </a:xfrm>
          <a:prstGeom prst="arc">
            <a:avLst>
              <a:gd name="adj1" fmla="val 21101774"/>
              <a:gd name="adj2" fmla="val 5379827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8" name="Arc line"/>
          <p:cNvSpPr/>
          <p:nvPr userDrawn="1"/>
        </p:nvSpPr>
        <p:spPr>
          <a:xfrm>
            <a:off x="7759700" y="330200"/>
            <a:ext cx="8737600" cy="8737600"/>
          </a:xfrm>
          <a:prstGeom prst="arc">
            <a:avLst>
              <a:gd name="adj1" fmla="val 15952759"/>
              <a:gd name="adj2" fmla="val 197430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" name="Arc line"/>
          <p:cNvSpPr/>
          <p:nvPr userDrawn="1"/>
        </p:nvSpPr>
        <p:spPr>
          <a:xfrm>
            <a:off x="7429500" y="0"/>
            <a:ext cx="9398000" cy="9398000"/>
          </a:xfrm>
          <a:prstGeom prst="arc">
            <a:avLst>
              <a:gd name="adj1" fmla="val 20377373"/>
              <a:gd name="adj2" fmla="val 6227576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2" name="Arc line"/>
          <p:cNvSpPr/>
          <p:nvPr userDrawn="1"/>
        </p:nvSpPr>
        <p:spPr>
          <a:xfrm>
            <a:off x="7099300" y="-330200"/>
            <a:ext cx="10058400" cy="10058400"/>
          </a:xfrm>
          <a:prstGeom prst="arc">
            <a:avLst>
              <a:gd name="adj1" fmla="val 15483955"/>
              <a:gd name="adj2" fmla="val 2254660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3" name="Arc line"/>
          <p:cNvSpPr/>
          <p:nvPr userDrawn="1"/>
        </p:nvSpPr>
        <p:spPr>
          <a:xfrm>
            <a:off x="7099300" y="-330200"/>
            <a:ext cx="10058400" cy="10058400"/>
          </a:xfrm>
          <a:prstGeom prst="arc">
            <a:avLst>
              <a:gd name="adj1" fmla="val 14039375"/>
              <a:gd name="adj2" fmla="val 21327405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6" name="Arc dot"/>
          <p:cNvSpPr/>
          <p:nvPr userDrawn="1"/>
        </p:nvSpPr>
        <p:spPr>
          <a:xfrm>
            <a:off x="11987799" y="3271085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8" name="Arc dot"/>
          <p:cNvSpPr/>
          <p:nvPr userDrawn="1"/>
        </p:nvSpPr>
        <p:spPr>
          <a:xfrm>
            <a:off x="11463140" y="6272108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0" name="Arc dot"/>
          <p:cNvSpPr/>
          <p:nvPr userDrawn="1"/>
        </p:nvSpPr>
        <p:spPr>
          <a:xfrm>
            <a:off x="12921819" y="6547398"/>
            <a:ext cx="69850" cy="6985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2" name="Arc dot"/>
          <p:cNvSpPr/>
          <p:nvPr userDrawn="1"/>
        </p:nvSpPr>
        <p:spPr>
          <a:xfrm>
            <a:off x="14194492" y="3529712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4" name="Arc dot"/>
          <p:cNvSpPr/>
          <p:nvPr userDrawn="1"/>
        </p:nvSpPr>
        <p:spPr>
          <a:xfrm>
            <a:off x="9964062" y="5743800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6" name="Arc dot"/>
          <p:cNvSpPr/>
          <p:nvPr userDrawn="1"/>
        </p:nvSpPr>
        <p:spPr>
          <a:xfrm>
            <a:off x="9428288" y="5195755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Arc dot"/>
          <p:cNvSpPr/>
          <p:nvPr userDrawn="1"/>
        </p:nvSpPr>
        <p:spPr>
          <a:xfrm>
            <a:off x="14054224" y="6997776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3" name="Arc dot"/>
          <p:cNvSpPr/>
          <p:nvPr userDrawn="1"/>
        </p:nvSpPr>
        <p:spPr>
          <a:xfrm>
            <a:off x="16076697" y="3996970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5" name="Arc dot"/>
          <p:cNvSpPr/>
          <p:nvPr userDrawn="1"/>
        </p:nvSpPr>
        <p:spPr>
          <a:xfrm>
            <a:off x="11665892" y="8679966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7" name="Arc dot"/>
          <p:cNvSpPr/>
          <p:nvPr userDrawn="1"/>
        </p:nvSpPr>
        <p:spPr>
          <a:xfrm>
            <a:off x="12119211" y="9032800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9" name="Arc dot"/>
          <p:cNvSpPr/>
          <p:nvPr userDrawn="1"/>
        </p:nvSpPr>
        <p:spPr>
          <a:xfrm>
            <a:off x="11779644" y="306569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1" name="Arc dot"/>
          <p:cNvSpPr/>
          <p:nvPr userDrawn="1"/>
        </p:nvSpPr>
        <p:spPr>
          <a:xfrm>
            <a:off x="10973269" y="9227573"/>
            <a:ext cx="69850" cy="6985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4" name="Arc band"/>
          <p:cNvSpPr/>
          <p:nvPr userDrawn="1"/>
        </p:nvSpPr>
        <p:spPr>
          <a:xfrm>
            <a:off x="-636191" y="-953691"/>
            <a:ext cx="2034381" cy="2034381"/>
          </a:xfrm>
          <a:prstGeom prst="blockArc">
            <a:avLst>
              <a:gd name="adj1" fmla="val 6060000"/>
              <a:gd name="adj2" fmla="val 12783749"/>
              <a:gd name="adj3" fmla="val 12647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5" name="Arc band"/>
          <p:cNvSpPr/>
          <p:nvPr userDrawn="1"/>
        </p:nvSpPr>
        <p:spPr>
          <a:xfrm>
            <a:off x="-1172975" y="-1490475"/>
            <a:ext cx="3107950" cy="3107950"/>
          </a:xfrm>
          <a:prstGeom prst="blockArc">
            <a:avLst>
              <a:gd name="adj1" fmla="val 18780000"/>
              <a:gd name="adj2" fmla="val 3662279"/>
              <a:gd name="adj3" fmla="val 10824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6" name="Arc line"/>
          <p:cNvSpPr/>
          <p:nvPr userDrawn="1"/>
        </p:nvSpPr>
        <p:spPr>
          <a:xfrm>
            <a:off x="-127000" y="-444500"/>
            <a:ext cx="1016000" cy="1016000"/>
          </a:xfrm>
          <a:prstGeom prst="arc">
            <a:avLst>
              <a:gd name="adj1" fmla="val 16768593"/>
              <a:gd name="adj2" fmla="val 20545089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8" name="Arc line"/>
          <p:cNvSpPr/>
          <p:nvPr userDrawn="1"/>
        </p:nvSpPr>
        <p:spPr>
          <a:xfrm>
            <a:off x="-406400" y="-723900"/>
            <a:ext cx="1574800" cy="1574800"/>
          </a:xfrm>
          <a:prstGeom prst="arc">
            <a:avLst>
              <a:gd name="adj1" fmla="val 19786849"/>
              <a:gd name="adj2" fmla="val 2063373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9" name="Arc line"/>
          <p:cNvSpPr/>
          <p:nvPr userDrawn="1"/>
        </p:nvSpPr>
        <p:spPr>
          <a:xfrm>
            <a:off x="-685800" y="-1003300"/>
            <a:ext cx="2133600" cy="2133600"/>
          </a:xfrm>
          <a:prstGeom prst="arc">
            <a:avLst>
              <a:gd name="adj1" fmla="val 10555428"/>
              <a:gd name="adj2" fmla="val 14572058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1" name="Arc line"/>
          <p:cNvSpPr/>
          <p:nvPr userDrawn="1"/>
        </p:nvSpPr>
        <p:spPr>
          <a:xfrm>
            <a:off x="-965200" y="-1282700"/>
            <a:ext cx="2692400" cy="2692400"/>
          </a:xfrm>
          <a:prstGeom prst="arc">
            <a:avLst>
              <a:gd name="adj1" fmla="val 17377871"/>
              <a:gd name="adj2" fmla="val 3598426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3" name="Arc line"/>
          <p:cNvSpPr/>
          <p:nvPr userDrawn="1"/>
        </p:nvSpPr>
        <p:spPr>
          <a:xfrm>
            <a:off x="-965200" y="-1282700"/>
            <a:ext cx="2692400" cy="2692400"/>
          </a:xfrm>
          <a:prstGeom prst="arc">
            <a:avLst>
              <a:gd name="adj1" fmla="val 7184577"/>
              <a:gd name="adj2" fmla="val 12060451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5" name="Arc line"/>
          <p:cNvSpPr/>
          <p:nvPr userDrawn="1"/>
        </p:nvSpPr>
        <p:spPr>
          <a:xfrm>
            <a:off x="-1244600" y="-1562100"/>
            <a:ext cx="3251200" cy="3251200"/>
          </a:xfrm>
          <a:prstGeom prst="arc">
            <a:avLst>
              <a:gd name="adj1" fmla="val 20029233"/>
              <a:gd name="adj2" fmla="val 4446197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7" name="Arc line"/>
          <p:cNvSpPr/>
          <p:nvPr userDrawn="1"/>
        </p:nvSpPr>
        <p:spPr>
          <a:xfrm>
            <a:off x="-1524000" y="-1841500"/>
            <a:ext cx="3810000" cy="3810000"/>
          </a:xfrm>
          <a:prstGeom prst="arc">
            <a:avLst>
              <a:gd name="adj1" fmla="val 17167913"/>
              <a:gd name="adj2" fmla="val 1918458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9" name="Arc line"/>
          <p:cNvSpPr/>
          <p:nvPr userDrawn="1"/>
        </p:nvSpPr>
        <p:spPr>
          <a:xfrm>
            <a:off x="-1524000" y="-1841500"/>
            <a:ext cx="3810000" cy="3810000"/>
          </a:xfrm>
          <a:prstGeom prst="arc">
            <a:avLst>
              <a:gd name="adj1" fmla="val 2193046"/>
              <a:gd name="adj2" fmla="val 9020922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1" name="Arc line"/>
          <p:cNvSpPr/>
          <p:nvPr userDrawn="1"/>
        </p:nvSpPr>
        <p:spPr>
          <a:xfrm>
            <a:off x="-1803400" y="-2120900"/>
            <a:ext cx="4368800" cy="4368800"/>
          </a:xfrm>
          <a:prstGeom prst="arc">
            <a:avLst>
              <a:gd name="adj1" fmla="val 14230150"/>
              <a:gd name="adj2" fmla="val 128779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7" name="Arc dot"/>
          <p:cNvSpPr/>
          <p:nvPr userDrawn="1"/>
        </p:nvSpPr>
        <p:spPr>
          <a:xfrm>
            <a:off x="432889" y="-469317"/>
            <a:ext cx="63500" cy="6350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" name="Arc dot"/>
          <p:cNvSpPr/>
          <p:nvPr userDrawn="1"/>
        </p:nvSpPr>
        <p:spPr>
          <a:xfrm>
            <a:off x="-714851" y="107581"/>
            <a:ext cx="63500" cy="6350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2" name="Arc dot"/>
          <p:cNvSpPr/>
          <p:nvPr userDrawn="1"/>
        </p:nvSpPr>
        <p:spPr>
          <a:xfrm>
            <a:off x="801525" y="-1236202"/>
            <a:ext cx="63500" cy="6350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4" name="Arc dot"/>
          <p:cNvSpPr/>
          <p:nvPr userDrawn="1"/>
        </p:nvSpPr>
        <p:spPr>
          <a:xfrm>
            <a:off x="-318613" y="1200601"/>
            <a:ext cx="63500" cy="6350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6" name="Arc dot"/>
          <p:cNvSpPr/>
          <p:nvPr userDrawn="1"/>
        </p:nvSpPr>
        <p:spPr>
          <a:xfrm>
            <a:off x="794508" y="1595182"/>
            <a:ext cx="63500" cy="6350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8" name="Arc dot"/>
          <p:cNvSpPr/>
          <p:nvPr userDrawn="1"/>
        </p:nvSpPr>
        <p:spPr>
          <a:xfrm>
            <a:off x="878553" y="-1798240"/>
            <a:ext cx="63500" cy="6350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0" name="Arc dot"/>
          <p:cNvSpPr/>
          <p:nvPr userDrawn="1"/>
        </p:nvSpPr>
        <p:spPr>
          <a:xfrm>
            <a:off x="1879593" y="1166244"/>
            <a:ext cx="63500" cy="6350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2" name="Arc dot"/>
          <p:cNvSpPr/>
          <p:nvPr userDrawn="1"/>
        </p:nvSpPr>
        <p:spPr>
          <a:xfrm>
            <a:off x="-835045" y="-1803747"/>
            <a:ext cx="63500" cy="6350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273" name="Orange vertical"/>
          <p:cNvCxnSpPr/>
          <p:nvPr userDrawn="1"/>
        </p:nvCxnSpPr>
        <p:spPr>
          <a:xfrm>
            <a:off x="609600" y="2235200"/>
            <a:ext cx="0" cy="368300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  <p:cxnSp>
        <p:nvCxnSpPr>
          <p:cNvPr id="274" name="Orange horizontal"/>
          <p:cNvCxnSpPr/>
          <p:nvPr userDrawn="1"/>
        </p:nvCxnSpPr>
        <p:spPr>
          <a:xfrm>
            <a:off x="431800" y="5740400"/>
            <a:ext cx="28956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600" y="1905000"/>
            <a:ext cx="6604000" cy="2667000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pt-BR"/>
              <a:t>Título da apresentação</a:t>
            </a:r>
            <a:endParaRPr lang="en-US"/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F909F4C5-6398-463B-EAC9-F50BF3EE5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3600" y="4724400"/>
            <a:ext cx="6604000" cy="8382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Pequena discussão sobre o que será abordado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BF5D14D-8564-529B-F3E4-25968A7966A4}"/>
              </a:ext>
            </a:extLst>
          </p:cNvPr>
          <p:cNvGrpSpPr/>
          <p:nvPr userDrawn="1"/>
        </p:nvGrpSpPr>
        <p:grpSpPr>
          <a:xfrm>
            <a:off x="8139248" y="6186603"/>
            <a:ext cx="1690968" cy="436615"/>
            <a:chOff x="8134224" y="6186603"/>
            <a:chExt cx="1690968" cy="436615"/>
          </a:xfrm>
        </p:grpSpPr>
        <p:grpSp>
          <p:nvGrpSpPr>
            <p:cNvPr id="43" name="Agrupar 42">
              <a:extLst>
                <a:ext uri="{FF2B5EF4-FFF2-40B4-BE49-F238E27FC236}">
                  <a16:creationId xmlns:a16="http://schemas.microsoft.com/office/drawing/2014/main" id="{CB880138-4469-D9A9-437C-A9CE12DF5A0D}"/>
                </a:ext>
              </a:extLst>
            </p:cNvPr>
            <p:cNvGrpSpPr/>
            <p:nvPr userDrawn="1"/>
          </p:nvGrpSpPr>
          <p:grpSpPr>
            <a:xfrm>
              <a:off x="8134224" y="6186603"/>
              <a:ext cx="477273" cy="349630"/>
              <a:chOff x="8119152" y="6186603"/>
              <a:chExt cx="477273" cy="349630"/>
            </a:xfrm>
          </p:grpSpPr>
        </p:grpSp>
      </p:grpSp>
    </p:spTree>
    <p:extLst>
      <p:ext uri="{BB962C8B-B14F-4D97-AF65-F5344CB8AC3E}">
        <p14:creationId xmlns:p14="http://schemas.microsoft.com/office/powerpoint/2010/main" val="845079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3314870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5915E23A-B369-2260-1B05-A55CF7298F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2525" y="2052855"/>
            <a:ext cx="7346950" cy="776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TÓPICO DE REFERÊNCIA</a:t>
            </a:r>
          </a:p>
        </p:txBody>
      </p:sp>
      <p:sp>
        <p:nvSpPr>
          <p:cNvPr id="28" name="Título 26">
            <a:extLst>
              <a:ext uri="{FF2B5EF4-FFF2-40B4-BE49-F238E27FC236}">
                <a16:creationId xmlns:a16="http://schemas.microsoft.com/office/drawing/2014/main" id="{F7B21376-182F-39A4-FE73-7CB399E7FF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9214" y="2918714"/>
            <a:ext cx="6733572" cy="1209888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pt-BR"/>
              <a:t>SUBDIVISÃO</a:t>
            </a:r>
          </a:p>
        </p:txBody>
      </p:sp>
    </p:spTree>
    <p:extLst>
      <p:ext uri="{BB962C8B-B14F-4D97-AF65-F5344CB8AC3E}">
        <p14:creationId xmlns:p14="http://schemas.microsoft.com/office/powerpoint/2010/main" val="406461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e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D0F6AC16-6177-EA4A-59C1-99EBF9AD4F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6150" y="1897837"/>
            <a:ext cx="7283450" cy="4704612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600"/>
            </a:lvl1pPr>
          </a:lstStyle>
          <a:p>
            <a:pPr algn="just">
              <a:lnSpc>
                <a:spcPct val="120000"/>
              </a:lnSpc>
            </a:pPr>
            <a:r>
              <a:rPr lang="pt-BR" sz="2000"/>
              <a:t>Textos mais longos/apresentação de dados extensos</a:t>
            </a:r>
          </a:p>
          <a:p>
            <a:pPr algn="just">
              <a:lnSpc>
                <a:spcPct val="120000"/>
              </a:lnSpc>
            </a:pPr>
            <a:r>
              <a:rPr lang="pt-BR" sz="2000"/>
              <a:t>ut </a:t>
            </a:r>
            <a:r>
              <a:rPr lang="pt-BR" sz="2000" err="1"/>
              <a:t>laoreet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magna </a:t>
            </a:r>
            <a:r>
              <a:rPr lang="pt-BR" sz="2000" err="1"/>
              <a:t>aliquam</a:t>
            </a:r>
            <a:r>
              <a:rPr lang="pt-BR" sz="2000"/>
              <a:t> erat </a:t>
            </a:r>
            <a:r>
              <a:rPr lang="pt-BR" sz="2000" err="1"/>
              <a:t>volutpat</a:t>
            </a:r>
            <a:r>
              <a:rPr lang="pt-BR" sz="2000"/>
              <a:t>. Ut </a:t>
            </a:r>
            <a:r>
              <a:rPr lang="pt-BR" sz="2000" err="1"/>
              <a:t>wisi</a:t>
            </a:r>
            <a:r>
              <a:rPr lang="pt-BR" sz="2000"/>
              <a:t> </a:t>
            </a:r>
            <a:r>
              <a:rPr lang="pt-BR" sz="2000" err="1"/>
              <a:t>enim</a:t>
            </a:r>
            <a:r>
              <a:rPr lang="pt-BR" sz="2000"/>
              <a:t> ad </a:t>
            </a:r>
            <a:r>
              <a:rPr lang="pt-BR" sz="2000" err="1"/>
              <a:t>minim</a:t>
            </a:r>
            <a:r>
              <a:rPr lang="pt-BR" sz="2000"/>
              <a:t> </a:t>
            </a:r>
            <a:r>
              <a:rPr lang="pt-BR" sz="2000" err="1"/>
              <a:t>veniam</a:t>
            </a:r>
            <a:r>
              <a:rPr lang="pt-BR" sz="2000"/>
              <a:t>, quis </a:t>
            </a:r>
            <a:r>
              <a:rPr lang="pt-BR" sz="2000" err="1"/>
              <a:t>nostrud</a:t>
            </a:r>
            <a:r>
              <a:rPr lang="pt-BR" sz="2000"/>
              <a:t> exerci </a:t>
            </a:r>
            <a:r>
              <a:rPr lang="pt-BR" sz="2000" err="1"/>
              <a:t>tation</a:t>
            </a:r>
            <a:r>
              <a:rPr lang="pt-BR" sz="2000"/>
              <a:t> </a:t>
            </a:r>
            <a:r>
              <a:rPr lang="pt-BR" sz="2000" err="1"/>
              <a:t>ullamcorper</a:t>
            </a:r>
            <a:r>
              <a:rPr lang="pt-BR" sz="2000"/>
              <a:t> </a:t>
            </a:r>
            <a:r>
              <a:rPr lang="pt-BR" sz="2000" err="1"/>
              <a:t>suscipit</a:t>
            </a:r>
            <a:r>
              <a:rPr lang="pt-BR" sz="2000"/>
              <a:t> </a:t>
            </a:r>
            <a:r>
              <a:rPr lang="pt-BR" sz="2000" err="1"/>
              <a:t>lobortis</a:t>
            </a:r>
            <a:r>
              <a:rPr lang="pt-BR" sz="2000"/>
              <a:t> </a:t>
            </a:r>
            <a:r>
              <a:rPr lang="pt-BR" sz="2000" err="1"/>
              <a:t>nisl</a:t>
            </a:r>
            <a:r>
              <a:rPr lang="pt-BR" sz="2000"/>
              <a:t> ut </a:t>
            </a:r>
            <a:r>
              <a:rPr lang="pt-BR" sz="2000" err="1"/>
              <a:t>aliquip</a:t>
            </a:r>
            <a:r>
              <a:rPr lang="pt-BR" sz="2000"/>
              <a:t> </a:t>
            </a:r>
            <a:r>
              <a:rPr lang="pt-BR" sz="2000" err="1"/>
              <a:t>ex</a:t>
            </a:r>
            <a:r>
              <a:rPr lang="pt-BR" sz="2000"/>
              <a:t> </a:t>
            </a:r>
            <a:r>
              <a:rPr lang="pt-BR" sz="2000" err="1"/>
              <a:t>ea</a:t>
            </a:r>
            <a:r>
              <a:rPr lang="pt-BR" sz="2000"/>
              <a:t> </a:t>
            </a:r>
            <a:r>
              <a:rPr lang="pt-BR" sz="2000" err="1"/>
              <a:t>commodo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.</a:t>
            </a:r>
          </a:p>
          <a:p>
            <a:pPr algn="just">
              <a:lnSpc>
                <a:spcPct val="120000"/>
              </a:lnSpc>
            </a:pPr>
            <a:r>
              <a:rPr lang="pt-BR" sz="2000" err="1"/>
              <a:t>Duis</a:t>
            </a:r>
            <a:r>
              <a:rPr lang="pt-BR" sz="2000"/>
              <a:t> autem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eum</a:t>
            </a:r>
            <a:r>
              <a:rPr lang="pt-BR" sz="2000"/>
              <a:t> </a:t>
            </a:r>
            <a:r>
              <a:rPr lang="pt-BR" sz="2000" err="1"/>
              <a:t>iriure</a:t>
            </a:r>
            <a:r>
              <a:rPr lang="pt-BR" sz="2000"/>
              <a:t> </a:t>
            </a:r>
            <a:r>
              <a:rPr lang="pt-BR" sz="2000" err="1"/>
              <a:t>dolor</a:t>
            </a:r>
            <a:r>
              <a:rPr lang="pt-BR" sz="2000"/>
              <a:t> in </a:t>
            </a:r>
            <a:r>
              <a:rPr lang="pt-BR" sz="2000" err="1"/>
              <a:t>hendrerit</a:t>
            </a:r>
            <a:r>
              <a:rPr lang="pt-BR" sz="2000"/>
              <a:t> in </a:t>
            </a:r>
            <a:r>
              <a:rPr lang="pt-BR" sz="2000" err="1"/>
              <a:t>vulputate</a:t>
            </a:r>
            <a:r>
              <a:rPr lang="pt-BR" sz="2000"/>
              <a:t> </a:t>
            </a:r>
            <a:r>
              <a:rPr lang="pt-BR" sz="2000" err="1"/>
              <a:t>velit</a:t>
            </a:r>
            <a:r>
              <a:rPr lang="pt-BR" sz="2000"/>
              <a:t> esse </a:t>
            </a:r>
            <a:r>
              <a:rPr lang="pt-BR" sz="2000" err="1"/>
              <a:t>molestie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,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illum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eu </a:t>
            </a:r>
            <a:r>
              <a:rPr lang="pt-BR" sz="2000" err="1"/>
              <a:t>feugiat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facilisis</a:t>
            </a:r>
            <a:r>
              <a:rPr lang="pt-BR" sz="2000"/>
              <a:t> </a:t>
            </a:r>
            <a:r>
              <a:rPr lang="pt-BR" sz="2000" err="1"/>
              <a:t>at</a:t>
            </a:r>
            <a:r>
              <a:rPr lang="pt-BR" sz="2000"/>
              <a:t> vero </a:t>
            </a:r>
            <a:r>
              <a:rPr lang="pt-BR" sz="2000" err="1"/>
              <a:t>eros</a:t>
            </a:r>
            <a:r>
              <a:rPr lang="pt-BR" sz="2000"/>
              <a:t> et </a:t>
            </a:r>
            <a:r>
              <a:rPr lang="pt-BR" sz="2000" err="1"/>
              <a:t>accumsan</a:t>
            </a:r>
            <a:r>
              <a:rPr lang="pt-BR" sz="2000"/>
              <a:t> et </a:t>
            </a:r>
            <a:r>
              <a:rPr lang="pt-BR" sz="2000" err="1"/>
              <a:t>iusto</a:t>
            </a:r>
            <a:r>
              <a:rPr lang="pt-BR" sz="2000"/>
              <a:t> </a:t>
            </a:r>
            <a:r>
              <a:rPr lang="pt-BR" sz="2000" err="1"/>
              <a:t>odio</a:t>
            </a:r>
            <a:r>
              <a:rPr lang="pt-BR" sz="2000"/>
              <a:t> </a:t>
            </a:r>
            <a:r>
              <a:rPr lang="pt-BR" sz="2000" err="1"/>
              <a:t>dignissim</a:t>
            </a:r>
            <a:r>
              <a:rPr lang="pt-BR" sz="2000"/>
              <a:t> </a:t>
            </a:r>
            <a:r>
              <a:rPr lang="pt-BR" sz="2000" err="1"/>
              <a:t>qui</a:t>
            </a:r>
            <a:r>
              <a:rPr lang="pt-BR" sz="2000"/>
              <a:t> </a:t>
            </a:r>
            <a:r>
              <a:rPr lang="pt-BR" sz="2000" err="1"/>
              <a:t>blandit</a:t>
            </a:r>
            <a:r>
              <a:rPr lang="pt-BR" sz="2000"/>
              <a:t> </a:t>
            </a:r>
            <a:r>
              <a:rPr lang="pt-BR" sz="2000" err="1"/>
              <a:t>praesent</a:t>
            </a:r>
            <a:r>
              <a:rPr lang="pt-BR" sz="2000"/>
              <a:t> </a:t>
            </a:r>
            <a:r>
              <a:rPr lang="pt-BR" sz="2000" err="1"/>
              <a:t>luptatum</a:t>
            </a:r>
            <a:r>
              <a:rPr lang="pt-BR" sz="2000"/>
              <a:t> </a:t>
            </a:r>
            <a:r>
              <a:rPr lang="pt-BR" sz="2000" err="1"/>
              <a:t>zzril</a:t>
            </a:r>
            <a:r>
              <a:rPr lang="pt-BR" sz="2000"/>
              <a:t> </a:t>
            </a:r>
            <a:r>
              <a:rPr lang="pt-BR" sz="2000" err="1"/>
              <a:t>delenit</a:t>
            </a:r>
            <a:r>
              <a:rPr lang="pt-BR" sz="2000"/>
              <a:t> augue </a:t>
            </a:r>
            <a:r>
              <a:rPr lang="pt-BR" sz="2000" err="1"/>
              <a:t>duis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te </a:t>
            </a:r>
            <a:r>
              <a:rPr lang="pt-BR" sz="2000" err="1"/>
              <a:t>feugait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</a:t>
            </a:r>
            <a:endParaRPr lang="pt-BR"/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12AB7830-F505-1B53-00E4-D420DAFA44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768489" y="2614005"/>
            <a:ext cx="2695575" cy="269557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Ícone / imagem referente ao tema</a:t>
            </a:r>
          </a:p>
          <a:p>
            <a:endParaRPr lang="pt-BR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AA88B3F5-8C78-EB58-5134-771306D2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9" y="255551"/>
            <a:ext cx="8773100" cy="151865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82266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35275B5-2EFF-03ED-9B4A-4E6146721C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ítulo 6">
            <a:extLst>
              <a:ext uri="{FF2B5EF4-FFF2-40B4-BE49-F238E27FC236}">
                <a16:creationId xmlns:a16="http://schemas.microsoft.com/office/drawing/2014/main" id="{7BAB5C96-AFE5-BD56-ACD3-094E12501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0478254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/>
        <p:txBody>
          <a:bodyPr anchor="ctr">
            <a:normAutofit/>
          </a:bodyPr>
          <a:lstStyle/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/>
        <p:txBody>
          <a:bodyPr>
            <a:normAutofit/>
          </a:bodyPr>
          <a:lstStyle/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78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stacar números / 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Números de Destaque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845579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stacar números / 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Números de Destaque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467024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302657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Compare dois assuntos ou faça a evolução do tema</a:t>
            </a:r>
            <a:endParaRPr lang="en-US"/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8FDB0CB7-FF73-E4DB-5BA7-D95C673982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525" y="3268409"/>
            <a:ext cx="11036228" cy="2770310"/>
          </a:xfrm>
        </p:spPr>
        <p:txBody>
          <a:bodyPr numCol="3" spcCol="540000"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pt-BR"/>
              <a:t>Slide com 3 colunas para comparação de tópicos; ideal para conteúdos extensos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6059175-36BC-A2DA-0F30-15AF1CA416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526" y="2392248"/>
            <a:ext cx="11036228" cy="712176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3508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Adicione um título aqui</a:t>
            </a:r>
            <a:endParaRPr lang="en-US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6334320-BE0F-AAF4-A53C-1BF344892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241" y="3390702"/>
            <a:ext cx="10155519" cy="2231445"/>
          </a:xfrm>
        </p:spPr>
        <p:txBody>
          <a:bodyPr>
            <a:noAutofit/>
          </a:bodyPr>
          <a:lstStyle>
            <a:lvl1pPr algn="ctr">
              <a:defRPr sz="2000"/>
            </a:lvl1pPr>
          </a:lstStyle>
          <a:p>
            <a:pPr marL="0" indent="0">
              <a:buNone/>
            </a:pPr>
            <a:r>
              <a:rPr lang="pt-BR" i="0" u="none" strike="noStrike" cap="none">
                <a:ea typeface="Poppins"/>
                <a:cs typeface="Poppins"/>
                <a:sym typeface="Poppins"/>
              </a:rPr>
              <a:t>Breve discussão a respeito</a:t>
            </a:r>
          </a:p>
          <a:p>
            <a:endParaRPr lang="pt-BR"/>
          </a:p>
        </p:txBody>
      </p:sp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26ED46BA-00DB-103F-9405-1757F53B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8241" y="2673991"/>
            <a:ext cx="10155519" cy="712176"/>
          </a:xfrm>
        </p:spPr>
        <p:txBody>
          <a:bodyPr anchor="ctr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pt-BR"/>
              <a:t>Subtítulo do assunto</a:t>
            </a:r>
          </a:p>
        </p:txBody>
      </p:sp>
    </p:spTree>
    <p:extLst>
      <p:ext uri="{BB962C8B-B14F-4D97-AF65-F5344CB8AC3E}">
        <p14:creationId xmlns:p14="http://schemas.microsoft.com/office/powerpoint/2010/main" val="2026954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92" y="803741"/>
            <a:ext cx="5905834" cy="2852737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91" y="3667424"/>
            <a:ext cx="5905834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54" name="Espaço Reservado para Imagem 3152">
            <a:extLst>
              <a:ext uri="{FF2B5EF4-FFF2-40B4-BE49-F238E27FC236}">
                <a16:creationId xmlns:a16="http://schemas.microsoft.com/office/drawing/2014/main" id="{CF2C1CCC-B0C6-50D0-132C-6F187DE99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2300" y="803275"/>
            <a:ext cx="4459288" cy="4419600"/>
          </a:xfrm>
        </p:spPr>
        <p:txBody>
          <a:bodyPr/>
          <a:lstStyle>
            <a:lvl1pPr marL="0" indent="0" algn="just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Clique no ícone para adicionar uma imagem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E4934F0-3270-DDF6-74A0-AE7102E3A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72926" y="5286993"/>
            <a:ext cx="2371725" cy="242888"/>
          </a:xfrm>
        </p:spPr>
        <p:txBody>
          <a:bodyPr>
            <a:no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FONTE DA IMAGEM/LEGENDA</a:t>
            </a:r>
          </a:p>
        </p:txBody>
      </p:sp>
    </p:spTree>
    <p:extLst>
      <p:ext uri="{BB962C8B-B14F-4D97-AF65-F5344CB8AC3E}">
        <p14:creationId xmlns:p14="http://schemas.microsoft.com/office/powerpoint/2010/main" val="503350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239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178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553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92" y="803741"/>
            <a:ext cx="5905834" cy="2852737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91" y="3667424"/>
            <a:ext cx="5905834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54" name="Espaço Reservado para Imagem 3152">
            <a:extLst>
              <a:ext uri="{FF2B5EF4-FFF2-40B4-BE49-F238E27FC236}">
                <a16:creationId xmlns:a16="http://schemas.microsoft.com/office/drawing/2014/main" id="{CF2C1CCC-B0C6-50D0-132C-6F187DE99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2300" y="1116783"/>
            <a:ext cx="4459288" cy="4419600"/>
          </a:xfrm>
        </p:spPr>
        <p:txBody>
          <a:bodyPr/>
          <a:lstStyle>
            <a:lvl1pPr marL="0" indent="0" algn="just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Clique no ícone para adicionar uma imagem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E4934F0-3270-DDF6-74A0-AE7102E3A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72926" y="5286993"/>
            <a:ext cx="2371725" cy="242888"/>
          </a:xfrm>
        </p:spPr>
        <p:txBody>
          <a:bodyPr>
            <a:no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FONTE DA IMAGEM/LEGENDA</a:t>
            </a:r>
          </a:p>
        </p:txBody>
      </p:sp>
    </p:spTree>
    <p:extLst>
      <p:ext uri="{BB962C8B-B14F-4D97-AF65-F5344CB8AC3E}">
        <p14:creationId xmlns:p14="http://schemas.microsoft.com/office/powerpoint/2010/main" val="690510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7425"/>
            <a:ext cx="3932237" cy="195171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um assunto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Expanda os tópicos que mencionou aqui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</p:spTree>
    <p:extLst>
      <p:ext uri="{BB962C8B-B14F-4D97-AF65-F5344CB8AC3E}">
        <p14:creationId xmlns:p14="http://schemas.microsoft.com/office/powerpoint/2010/main" val="1064585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3887"/>
            <a:ext cx="3932237" cy="1955253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um assunto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3594699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Assunto de destaque!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27149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Utilize slides com o tema escuro para um assunto que deseja destacar em sua apresentação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1860788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35275B5-2EFF-03ED-9B4A-4E6146721C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2150" y="1897838"/>
            <a:ext cx="10627701" cy="44719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ítulo 6">
            <a:extLst>
              <a:ext uri="{FF2B5EF4-FFF2-40B4-BE49-F238E27FC236}">
                <a16:creationId xmlns:a16="http://schemas.microsoft.com/office/drawing/2014/main" id="{7BAB5C96-AFE5-BD56-ACD3-094E1250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1" y="255551"/>
            <a:ext cx="8913349" cy="1642285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6290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3"/>
            <a:ext cx="9239250" cy="115422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391003"/>
            <a:ext cx="9239250" cy="309880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1319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3932237" cy="2017031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o assunto que deseja destacar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69771"/>
            <a:ext cx="3932237" cy="2795679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accent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1145478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5063" y="6578290"/>
            <a:ext cx="2146937" cy="279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BC79E99C-F91D-DEEE-546A-5F316E85D7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326" y="1319349"/>
            <a:ext cx="11558360" cy="5107577"/>
          </a:xfrm>
        </p:spPr>
        <p:txBody>
          <a:bodyPr numCol="2" spcCol="540000">
            <a:normAutofit/>
          </a:bodyPr>
          <a:lstStyle>
            <a:lvl1pPr algn="l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Slide com duas colunas. Ideal para conteúdos extensos e com muitos tópicos		</a:t>
            </a:r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Slide com duas colunas. Ideal para conteúdos extensos e com muitos tópicos</a:t>
            </a:r>
          </a:p>
          <a:p>
            <a:pPr lvl="0"/>
            <a:endParaRPr lang="pt-BR"/>
          </a:p>
        </p:txBody>
      </p:sp>
      <p:sp>
        <p:nvSpPr>
          <p:cNvPr id="19" name="Título 14">
            <a:extLst>
              <a:ext uri="{FF2B5EF4-FFF2-40B4-BE49-F238E27FC236}">
                <a16:creationId xmlns:a16="http://schemas.microsoft.com/office/drawing/2014/main" id="{004B9548-59E3-ECD7-115B-3F93F834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5" y="255552"/>
            <a:ext cx="8886906" cy="1063797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13558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A56B355-4C26-DADA-52D4-AE04ECA6DA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14325" y="1319213"/>
            <a:ext cx="11558588" cy="5130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no ícone e insira uma imagem</a:t>
            </a:r>
          </a:p>
        </p:txBody>
      </p:sp>
      <p:sp>
        <p:nvSpPr>
          <p:cNvPr id="19" name="Título 14">
            <a:extLst>
              <a:ext uri="{FF2B5EF4-FFF2-40B4-BE49-F238E27FC236}">
                <a16:creationId xmlns:a16="http://schemas.microsoft.com/office/drawing/2014/main" id="{E7EF8E07-64F2-641E-E80E-7AEFCDD9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5" y="255552"/>
            <a:ext cx="8886906" cy="1063797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5670016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grpSp>
        <p:nvGrpSpPr>
          <p:cNvPr id="7" name="Gráfico 18">
            <a:extLst>
              <a:ext uri="{FF2B5EF4-FFF2-40B4-BE49-F238E27FC236}">
                <a16:creationId xmlns:a16="http://schemas.microsoft.com/office/drawing/2014/main" id="{7AFA45B9-84D1-B144-51F2-819B2D190FAE}"/>
              </a:ext>
            </a:extLst>
          </p:cNvPr>
          <p:cNvGrpSpPr/>
          <p:nvPr/>
        </p:nvGrpSpPr>
        <p:grpSpPr>
          <a:xfrm>
            <a:off x="372218" y="176340"/>
            <a:ext cx="1415563" cy="474683"/>
            <a:chOff x="10457280" y="248423"/>
            <a:chExt cx="1415563" cy="474683"/>
          </a:xfrm>
          <a:solidFill>
            <a:srgbClr val="FFFFFF"/>
          </a:solidFill>
        </p:grpSpPr>
        <p:grpSp>
          <p:nvGrpSpPr>
            <p:cNvPr id="14" name="Gráfico 18">
              <a:extLst>
                <a:ext uri="{FF2B5EF4-FFF2-40B4-BE49-F238E27FC236}">
                  <a16:creationId xmlns:a16="http://schemas.microsoft.com/office/drawing/2014/main" id="{C939369B-4905-6A81-642F-A3BE6D464651}"/>
                </a:ext>
              </a:extLst>
            </p:cNvPr>
            <p:cNvGrpSpPr/>
            <p:nvPr/>
          </p:nvGrpSpPr>
          <p:grpSpPr>
            <a:xfrm>
              <a:off x="11179334" y="596177"/>
              <a:ext cx="648050" cy="126929"/>
              <a:chOff x="11179334" y="596177"/>
              <a:chExt cx="648050" cy="126929"/>
            </a:xfrm>
            <a:solidFill>
              <a:srgbClr val="FFFFFF"/>
            </a:solidFill>
          </p:grpSpPr>
        </p:grpSp>
      </p:grpSp>
    </p:spTree>
    <p:extLst>
      <p:ext uri="{BB962C8B-B14F-4D97-AF65-F5344CB8AC3E}">
        <p14:creationId xmlns:p14="http://schemas.microsoft.com/office/powerpoint/2010/main" val="707413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A56B355-4C26-DADA-52D4-AE04ECA6DA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9" y="1296127"/>
            <a:ext cx="5776913" cy="5130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no ícone e insira uma imagem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19" name="Título 14">
            <a:extLst>
              <a:ext uri="{FF2B5EF4-FFF2-40B4-BE49-F238E27FC236}">
                <a16:creationId xmlns:a16="http://schemas.microsoft.com/office/drawing/2014/main" id="{85510D51-FE92-E721-25FE-8083B75D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5" y="255552"/>
            <a:ext cx="8886906" cy="1063797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58AD39F3-CA31-9F4B-68CC-A18B412D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929AAA77-C5C9-23DE-AB45-809DD830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8A5B8CC8-F7D3-3AA2-42A2-5F979AE0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584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894C058-EE29-9DF2-F705-8D1B4EA1A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6874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504218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ap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Arc band"/>
          <p:cNvSpPr/>
          <p:nvPr userDrawn="1"/>
        </p:nvSpPr>
        <p:spPr>
          <a:xfrm>
            <a:off x="9809858" y="2380358"/>
            <a:ext cx="4637284" cy="4637284"/>
          </a:xfrm>
          <a:prstGeom prst="blockArc">
            <a:avLst>
              <a:gd name="adj1" fmla="val 21060000"/>
              <a:gd name="adj2" fmla="val 8273589"/>
              <a:gd name="adj3" fmla="val 4072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6" name="Arc band"/>
          <p:cNvSpPr/>
          <p:nvPr userDrawn="1"/>
        </p:nvSpPr>
        <p:spPr>
          <a:xfrm>
            <a:off x="8739776" y="1310276"/>
            <a:ext cx="6777448" cy="6777448"/>
          </a:xfrm>
          <a:prstGeom prst="blockArc">
            <a:avLst>
              <a:gd name="adj1" fmla="val 10020000"/>
              <a:gd name="adj2" fmla="val 15803506"/>
              <a:gd name="adj3" fmla="val 3687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7" name="Arc band"/>
          <p:cNvSpPr/>
          <p:nvPr userDrawn="1"/>
        </p:nvSpPr>
        <p:spPr>
          <a:xfrm>
            <a:off x="7706107" y="276607"/>
            <a:ext cx="8844787" cy="8844787"/>
          </a:xfrm>
          <a:prstGeom prst="blockArc">
            <a:avLst>
              <a:gd name="adj1" fmla="val 5520000"/>
              <a:gd name="adj2" fmla="val 10749259"/>
              <a:gd name="adj3" fmla="val 3477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8" name="Arc band"/>
          <p:cNvSpPr/>
          <p:nvPr userDrawn="1"/>
        </p:nvSpPr>
        <p:spPr>
          <a:xfrm>
            <a:off x="6658806" y="-770694"/>
            <a:ext cx="10939387" cy="10939387"/>
          </a:xfrm>
          <a:prstGeom prst="blockArc">
            <a:avLst>
              <a:gd name="adj1" fmla="val 4200000"/>
              <a:gd name="adj2" fmla="val 10828527"/>
              <a:gd name="adj3" fmla="val 2468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9" name="Arc line"/>
          <p:cNvSpPr/>
          <p:nvPr userDrawn="1"/>
        </p:nvSpPr>
        <p:spPr>
          <a:xfrm>
            <a:off x="10731500" y="3302000"/>
            <a:ext cx="2794000" cy="2794000"/>
          </a:xfrm>
          <a:prstGeom prst="arc">
            <a:avLst>
              <a:gd name="adj1" fmla="val 11550374"/>
              <a:gd name="adj2" fmla="val 15939456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1" name="Arc line"/>
          <p:cNvSpPr/>
          <p:nvPr userDrawn="1"/>
        </p:nvSpPr>
        <p:spPr>
          <a:xfrm>
            <a:off x="10401300" y="2971800"/>
            <a:ext cx="3454400" cy="3454400"/>
          </a:xfrm>
          <a:prstGeom prst="arc">
            <a:avLst>
              <a:gd name="adj1" fmla="val 3103000"/>
              <a:gd name="adj2" fmla="val 6684471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3" name="Arc line"/>
          <p:cNvSpPr/>
          <p:nvPr userDrawn="1"/>
        </p:nvSpPr>
        <p:spPr>
          <a:xfrm>
            <a:off x="10071100" y="2641600"/>
            <a:ext cx="4114800" cy="4114800"/>
          </a:xfrm>
          <a:prstGeom prst="arc">
            <a:avLst>
              <a:gd name="adj1" fmla="val 19719519"/>
              <a:gd name="adj2" fmla="val 3975671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5" name="Arc line"/>
          <p:cNvSpPr/>
          <p:nvPr userDrawn="1"/>
        </p:nvSpPr>
        <p:spPr>
          <a:xfrm>
            <a:off x="9740900" y="2311400"/>
            <a:ext cx="4775200" cy="4775200"/>
          </a:xfrm>
          <a:prstGeom prst="arc">
            <a:avLst>
              <a:gd name="adj1" fmla="val 19898025"/>
              <a:gd name="adj2" fmla="val 5715507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7" name="Arc line"/>
          <p:cNvSpPr/>
          <p:nvPr userDrawn="1"/>
        </p:nvSpPr>
        <p:spPr>
          <a:xfrm>
            <a:off x="9740900" y="2311400"/>
            <a:ext cx="4775200" cy="4775200"/>
          </a:xfrm>
          <a:prstGeom prst="arc">
            <a:avLst>
              <a:gd name="adj1" fmla="val 9186820"/>
              <a:gd name="adj2" fmla="val 12001823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9" name="Arc line"/>
          <p:cNvSpPr/>
          <p:nvPr userDrawn="1"/>
        </p:nvSpPr>
        <p:spPr>
          <a:xfrm>
            <a:off x="9410700" y="1981200"/>
            <a:ext cx="5435600" cy="5435600"/>
          </a:xfrm>
          <a:prstGeom prst="arc">
            <a:avLst>
              <a:gd name="adj1" fmla="val 10123113"/>
              <a:gd name="adj2" fmla="val 18216573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1" name="Arc line"/>
          <p:cNvSpPr/>
          <p:nvPr userDrawn="1"/>
        </p:nvSpPr>
        <p:spPr>
          <a:xfrm>
            <a:off x="9080500" y="1651000"/>
            <a:ext cx="6096000" cy="6096000"/>
          </a:xfrm>
          <a:prstGeom prst="arc">
            <a:avLst>
              <a:gd name="adj1" fmla="val 2997890"/>
              <a:gd name="adj2" fmla="val 6457662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3" name="Arc line"/>
          <p:cNvSpPr/>
          <p:nvPr userDrawn="1"/>
        </p:nvSpPr>
        <p:spPr>
          <a:xfrm>
            <a:off x="8750300" y="1320800"/>
            <a:ext cx="6756400" cy="6756400"/>
          </a:xfrm>
          <a:prstGeom prst="arc">
            <a:avLst>
              <a:gd name="adj1" fmla="val 7274252"/>
              <a:gd name="adj2" fmla="val 10222951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4" name="Arc line"/>
          <p:cNvSpPr/>
          <p:nvPr userDrawn="1"/>
        </p:nvSpPr>
        <p:spPr>
          <a:xfrm>
            <a:off x="8750300" y="1320800"/>
            <a:ext cx="6756400" cy="6756400"/>
          </a:xfrm>
          <a:prstGeom prst="arc">
            <a:avLst>
              <a:gd name="adj1" fmla="val 11834049"/>
              <a:gd name="adj2" fmla="val 19245541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5" name="Arc line"/>
          <p:cNvSpPr/>
          <p:nvPr userDrawn="1"/>
        </p:nvSpPr>
        <p:spPr>
          <a:xfrm>
            <a:off x="8420100" y="990600"/>
            <a:ext cx="7416800" cy="7416800"/>
          </a:xfrm>
          <a:prstGeom prst="arc">
            <a:avLst>
              <a:gd name="adj1" fmla="val 11446468"/>
              <a:gd name="adj2" fmla="val 17846715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6" name="Arc line"/>
          <p:cNvSpPr/>
          <p:nvPr userDrawn="1"/>
        </p:nvSpPr>
        <p:spPr>
          <a:xfrm>
            <a:off x="8089900" y="660400"/>
            <a:ext cx="8077200" cy="8077200"/>
          </a:xfrm>
          <a:prstGeom prst="arc">
            <a:avLst>
              <a:gd name="adj1" fmla="val 12835467"/>
              <a:gd name="adj2" fmla="val 21029530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8" name="Arc line"/>
          <p:cNvSpPr/>
          <p:nvPr userDrawn="1"/>
        </p:nvSpPr>
        <p:spPr>
          <a:xfrm>
            <a:off x="8089900" y="660400"/>
            <a:ext cx="8077200" cy="8077200"/>
          </a:xfrm>
          <a:prstGeom prst="arc">
            <a:avLst>
              <a:gd name="adj1" fmla="val 123119"/>
              <a:gd name="adj2" fmla="val 5764738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0" name="Arc line"/>
          <p:cNvSpPr/>
          <p:nvPr userDrawn="1"/>
        </p:nvSpPr>
        <p:spPr>
          <a:xfrm>
            <a:off x="7759700" y="330200"/>
            <a:ext cx="8737600" cy="8737600"/>
          </a:xfrm>
          <a:prstGeom prst="arc">
            <a:avLst>
              <a:gd name="adj1" fmla="val 21101774"/>
              <a:gd name="adj2" fmla="val 5379827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Arc line"/>
          <p:cNvSpPr/>
          <p:nvPr userDrawn="1"/>
        </p:nvSpPr>
        <p:spPr>
          <a:xfrm>
            <a:off x="7759700" y="330200"/>
            <a:ext cx="8737600" cy="8737600"/>
          </a:xfrm>
          <a:prstGeom prst="arc">
            <a:avLst>
              <a:gd name="adj1" fmla="val 15952759"/>
              <a:gd name="adj2" fmla="val 197430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4" name="Arc line"/>
          <p:cNvSpPr/>
          <p:nvPr userDrawn="1"/>
        </p:nvSpPr>
        <p:spPr>
          <a:xfrm>
            <a:off x="7429500" y="0"/>
            <a:ext cx="9398000" cy="9398000"/>
          </a:xfrm>
          <a:prstGeom prst="arc">
            <a:avLst>
              <a:gd name="adj1" fmla="val 20377373"/>
              <a:gd name="adj2" fmla="val 6227576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6" name="Arc line"/>
          <p:cNvSpPr/>
          <p:nvPr userDrawn="1"/>
        </p:nvSpPr>
        <p:spPr>
          <a:xfrm>
            <a:off x="7099300" y="-330200"/>
            <a:ext cx="10058400" cy="10058400"/>
          </a:xfrm>
          <a:prstGeom prst="arc">
            <a:avLst>
              <a:gd name="adj1" fmla="val 15483955"/>
              <a:gd name="adj2" fmla="val 2254660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7" name="Arc line"/>
          <p:cNvSpPr/>
          <p:nvPr userDrawn="1"/>
        </p:nvSpPr>
        <p:spPr>
          <a:xfrm>
            <a:off x="7099300" y="-330200"/>
            <a:ext cx="10058400" cy="10058400"/>
          </a:xfrm>
          <a:prstGeom prst="arc">
            <a:avLst>
              <a:gd name="adj1" fmla="val 14039375"/>
              <a:gd name="adj2" fmla="val 21327405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0" name="Arc dot"/>
          <p:cNvSpPr/>
          <p:nvPr userDrawn="1"/>
        </p:nvSpPr>
        <p:spPr>
          <a:xfrm>
            <a:off x="11987799" y="3271085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2" name="Arc dot"/>
          <p:cNvSpPr/>
          <p:nvPr userDrawn="1"/>
        </p:nvSpPr>
        <p:spPr>
          <a:xfrm>
            <a:off x="11463140" y="6272108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4" name="Arc dot"/>
          <p:cNvSpPr/>
          <p:nvPr userDrawn="1"/>
        </p:nvSpPr>
        <p:spPr>
          <a:xfrm>
            <a:off x="12921819" y="6547398"/>
            <a:ext cx="69850" cy="6985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6" name="Arc dot"/>
          <p:cNvSpPr/>
          <p:nvPr userDrawn="1"/>
        </p:nvSpPr>
        <p:spPr>
          <a:xfrm>
            <a:off x="14194492" y="3529712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8" name="Arc dot"/>
          <p:cNvSpPr/>
          <p:nvPr userDrawn="1"/>
        </p:nvSpPr>
        <p:spPr>
          <a:xfrm>
            <a:off x="9964062" y="5743800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" name="Arc dot"/>
          <p:cNvSpPr/>
          <p:nvPr userDrawn="1"/>
        </p:nvSpPr>
        <p:spPr>
          <a:xfrm>
            <a:off x="9428288" y="5195755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2" name="Arc dot"/>
          <p:cNvSpPr/>
          <p:nvPr userDrawn="1"/>
        </p:nvSpPr>
        <p:spPr>
          <a:xfrm>
            <a:off x="14054224" y="6997776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7" name="Arc dot"/>
          <p:cNvSpPr/>
          <p:nvPr userDrawn="1"/>
        </p:nvSpPr>
        <p:spPr>
          <a:xfrm>
            <a:off x="16076697" y="3996970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9" name="Arc dot"/>
          <p:cNvSpPr/>
          <p:nvPr userDrawn="1"/>
        </p:nvSpPr>
        <p:spPr>
          <a:xfrm>
            <a:off x="11665892" y="8679966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Arc dot"/>
          <p:cNvSpPr/>
          <p:nvPr userDrawn="1"/>
        </p:nvSpPr>
        <p:spPr>
          <a:xfrm>
            <a:off x="12119211" y="9032800"/>
            <a:ext cx="69850" cy="6985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Arc dot"/>
          <p:cNvSpPr/>
          <p:nvPr userDrawn="1"/>
        </p:nvSpPr>
        <p:spPr>
          <a:xfrm>
            <a:off x="11779644" y="306569"/>
            <a:ext cx="69850" cy="6985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Arc dot"/>
          <p:cNvSpPr/>
          <p:nvPr userDrawn="1"/>
        </p:nvSpPr>
        <p:spPr>
          <a:xfrm>
            <a:off x="10973269" y="9227573"/>
            <a:ext cx="69850" cy="6985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Arc band"/>
          <p:cNvSpPr/>
          <p:nvPr userDrawn="1"/>
        </p:nvSpPr>
        <p:spPr>
          <a:xfrm>
            <a:off x="-636191" y="-953691"/>
            <a:ext cx="2034381" cy="2034381"/>
          </a:xfrm>
          <a:prstGeom prst="blockArc">
            <a:avLst>
              <a:gd name="adj1" fmla="val 6060000"/>
              <a:gd name="adj2" fmla="val 12783749"/>
              <a:gd name="adj3" fmla="val 12647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Arc band"/>
          <p:cNvSpPr/>
          <p:nvPr userDrawn="1"/>
        </p:nvSpPr>
        <p:spPr>
          <a:xfrm>
            <a:off x="-1172975" y="-1490475"/>
            <a:ext cx="3107950" cy="3107950"/>
          </a:xfrm>
          <a:prstGeom prst="blockArc">
            <a:avLst>
              <a:gd name="adj1" fmla="val 18780000"/>
              <a:gd name="adj2" fmla="val 3662279"/>
              <a:gd name="adj3" fmla="val 10824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Arc line"/>
          <p:cNvSpPr/>
          <p:nvPr userDrawn="1"/>
        </p:nvSpPr>
        <p:spPr>
          <a:xfrm>
            <a:off x="-127000" y="-444500"/>
            <a:ext cx="1016000" cy="1016000"/>
          </a:xfrm>
          <a:prstGeom prst="arc">
            <a:avLst>
              <a:gd name="adj1" fmla="val 16768593"/>
              <a:gd name="adj2" fmla="val 20545089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2" name="Arc line"/>
          <p:cNvSpPr/>
          <p:nvPr userDrawn="1"/>
        </p:nvSpPr>
        <p:spPr>
          <a:xfrm>
            <a:off x="-406400" y="-723900"/>
            <a:ext cx="1574800" cy="1574800"/>
          </a:xfrm>
          <a:prstGeom prst="arc">
            <a:avLst>
              <a:gd name="adj1" fmla="val 19786849"/>
              <a:gd name="adj2" fmla="val 2063373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3" name="Arc line"/>
          <p:cNvSpPr/>
          <p:nvPr userDrawn="1"/>
        </p:nvSpPr>
        <p:spPr>
          <a:xfrm>
            <a:off x="-685800" y="-1003300"/>
            <a:ext cx="2133600" cy="2133600"/>
          </a:xfrm>
          <a:prstGeom prst="arc">
            <a:avLst>
              <a:gd name="adj1" fmla="val 10555428"/>
              <a:gd name="adj2" fmla="val 14572058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5" name="Arc line"/>
          <p:cNvSpPr/>
          <p:nvPr userDrawn="1"/>
        </p:nvSpPr>
        <p:spPr>
          <a:xfrm>
            <a:off x="-965200" y="-1282700"/>
            <a:ext cx="2692400" cy="2692400"/>
          </a:xfrm>
          <a:prstGeom prst="arc">
            <a:avLst>
              <a:gd name="adj1" fmla="val 17377871"/>
              <a:gd name="adj2" fmla="val 3598426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7" name="Arc line"/>
          <p:cNvSpPr/>
          <p:nvPr userDrawn="1"/>
        </p:nvSpPr>
        <p:spPr>
          <a:xfrm>
            <a:off x="-965200" y="-1282700"/>
            <a:ext cx="2692400" cy="2692400"/>
          </a:xfrm>
          <a:prstGeom prst="arc">
            <a:avLst>
              <a:gd name="adj1" fmla="val 7184577"/>
              <a:gd name="adj2" fmla="val 12060451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9" name="Arc line"/>
          <p:cNvSpPr/>
          <p:nvPr userDrawn="1"/>
        </p:nvSpPr>
        <p:spPr>
          <a:xfrm>
            <a:off x="-1244600" y="-1562100"/>
            <a:ext cx="3251200" cy="3251200"/>
          </a:xfrm>
          <a:prstGeom prst="arc">
            <a:avLst>
              <a:gd name="adj1" fmla="val 20029233"/>
              <a:gd name="adj2" fmla="val 4446197"/>
            </a:avLst>
          </a:prstGeom>
          <a:noFill/>
          <a:ln w="19050" cap="rnd">
            <a:solidFill>
              <a:srgbClr val="5B8DEF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1" name="Arc line"/>
          <p:cNvSpPr/>
          <p:nvPr userDrawn="1"/>
        </p:nvSpPr>
        <p:spPr>
          <a:xfrm>
            <a:off x="-1524000" y="-1841500"/>
            <a:ext cx="3810000" cy="3810000"/>
          </a:xfrm>
          <a:prstGeom prst="arc">
            <a:avLst>
              <a:gd name="adj1" fmla="val 17167913"/>
              <a:gd name="adj2" fmla="val 1918458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3" name="Arc line"/>
          <p:cNvSpPr/>
          <p:nvPr userDrawn="1"/>
        </p:nvSpPr>
        <p:spPr>
          <a:xfrm>
            <a:off x="-1524000" y="-1841500"/>
            <a:ext cx="3810000" cy="3810000"/>
          </a:xfrm>
          <a:prstGeom prst="arc">
            <a:avLst>
              <a:gd name="adj1" fmla="val 2193046"/>
              <a:gd name="adj2" fmla="val 9020922"/>
            </a:avLst>
          </a:prstGeom>
          <a:noFill/>
          <a:ln w="19050" cap="rnd">
            <a:solidFill>
              <a:srgbClr val="3FA2E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5" name="Arc line"/>
          <p:cNvSpPr/>
          <p:nvPr userDrawn="1"/>
        </p:nvSpPr>
        <p:spPr>
          <a:xfrm>
            <a:off x="-1803400" y="-2120900"/>
            <a:ext cx="4368800" cy="4368800"/>
          </a:xfrm>
          <a:prstGeom prst="arc">
            <a:avLst>
              <a:gd name="adj1" fmla="val 14230150"/>
              <a:gd name="adj2" fmla="val 128779"/>
            </a:avLst>
          </a:prstGeom>
          <a:noFill/>
          <a:ln w="19050" cap="rnd">
            <a:solidFill>
              <a:srgbClr val="1BC9A8">
                <a:alpha val="10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1" name="Arc dot"/>
          <p:cNvSpPr/>
          <p:nvPr userDrawn="1"/>
        </p:nvSpPr>
        <p:spPr>
          <a:xfrm>
            <a:off x="432889" y="-469317"/>
            <a:ext cx="63500" cy="6350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4" name="Arc dot"/>
          <p:cNvSpPr/>
          <p:nvPr userDrawn="1"/>
        </p:nvSpPr>
        <p:spPr>
          <a:xfrm>
            <a:off x="-714851" y="107581"/>
            <a:ext cx="63500" cy="6350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Arc dot"/>
          <p:cNvSpPr/>
          <p:nvPr userDrawn="1"/>
        </p:nvSpPr>
        <p:spPr>
          <a:xfrm>
            <a:off x="801525" y="-1236202"/>
            <a:ext cx="63500" cy="6350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8" name="Arc dot"/>
          <p:cNvSpPr/>
          <p:nvPr userDrawn="1"/>
        </p:nvSpPr>
        <p:spPr>
          <a:xfrm>
            <a:off x="-318613" y="1200601"/>
            <a:ext cx="63500" cy="6350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0" name="Arc dot"/>
          <p:cNvSpPr/>
          <p:nvPr userDrawn="1"/>
        </p:nvSpPr>
        <p:spPr>
          <a:xfrm>
            <a:off x="794508" y="1595182"/>
            <a:ext cx="63500" cy="63500"/>
          </a:xfrm>
          <a:prstGeom prst="ellipse">
            <a:avLst/>
          </a:prstGeom>
          <a:solidFill>
            <a:srgbClr val="5B8DE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2" name="Arc dot"/>
          <p:cNvSpPr/>
          <p:nvPr userDrawn="1"/>
        </p:nvSpPr>
        <p:spPr>
          <a:xfrm>
            <a:off x="878553" y="-1798240"/>
            <a:ext cx="63500" cy="6350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4" name="Arc dot"/>
          <p:cNvSpPr/>
          <p:nvPr userDrawn="1"/>
        </p:nvSpPr>
        <p:spPr>
          <a:xfrm>
            <a:off x="1879593" y="1166244"/>
            <a:ext cx="63500" cy="63500"/>
          </a:xfrm>
          <a:prstGeom prst="ellipse">
            <a:avLst/>
          </a:prstGeom>
          <a:solidFill>
            <a:srgbClr val="3FA2E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6" name="Arc dot"/>
          <p:cNvSpPr/>
          <p:nvPr userDrawn="1"/>
        </p:nvSpPr>
        <p:spPr>
          <a:xfrm>
            <a:off x="-835045" y="-1803747"/>
            <a:ext cx="63500" cy="63500"/>
          </a:xfrm>
          <a:prstGeom prst="ellipse">
            <a:avLst/>
          </a:prstGeom>
          <a:solidFill>
            <a:srgbClr val="1BC9A8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27" name="Orange vertical"/>
          <p:cNvCxnSpPr/>
          <p:nvPr userDrawn="1"/>
        </p:nvCxnSpPr>
        <p:spPr>
          <a:xfrm>
            <a:off x="609600" y="2235200"/>
            <a:ext cx="0" cy="368300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  <p:cxnSp>
        <p:nvCxnSpPr>
          <p:cNvPr id="328" name="Orange horizontal"/>
          <p:cNvCxnSpPr/>
          <p:nvPr userDrawn="1"/>
        </p:nvCxnSpPr>
        <p:spPr>
          <a:xfrm>
            <a:off x="431800" y="5740400"/>
            <a:ext cx="28956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600" y="1905000"/>
            <a:ext cx="6604000" cy="2667000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pt-BR"/>
              <a:t>Título da apresentação</a:t>
            </a:r>
            <a:endParaRPr lang="en-US"/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F909F4C5-6398-463B-EAC9-F50BF3EE5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3600" y="4724400"/>
            <a:ext cx="6604000" cy="8382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Pequena discussão sobre o que será abordado</a:t>
            </a:r>
          </a:p>
        </p:txBody>
      </p:sp>
    </p:spTree>
    <p:extLst>
      <p:ext uri="{BB962C8B-B14F-4D97-AF65-F5344CB8AC3E}">
        <p14:creationId xmlns:p14="http://schemas.microsoft.com/office/powerpoint/2010/main" val="21397780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8138678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o e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D0F6AC16-6177-EA4A-59C1-99EBF9AD4F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6150" y="1897837"/>
            <a:ext cx="7283450" cy="4704612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600"/>
            </a:lvl1pPr>
          </a:lstStyle>
          <a:p>
            <a:pPr algn="just">
              <a:lnSpc>
                <a:spcPct val="120000"/>
              </a:lnSpc>
            </a:pPr>
            <a:r>
              <a:rPr lang="pt-BR" sz="2000"/>
              <a:t>Textos mais longos/apresentação de dados extensos</a:t>
            </a:r>
          </a:p>
          <a:p>
            <a:pPr algn="just">
              <a:lnSpc>
                <a:spcPct val="120000"/>
              </a:lnSpc>
            </a:pPr>
            <a:r>
              <a:rPr lang="pt-BR" sz="2000"/>
              <a:t>ut </a:t>
            </a:r>
            <a:r>
              <a:rPr lang="pt-BR" sz="2000" err="1"/>
              <a:t>laoreet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magna </a:t>
            </a:r>
            <a:r>
              <a:rPr lang="pt-BR" sz="2000" err="1"/>
              <a:t>aliquam</a:t>
            </a:r>
            <a:r>
              <a:rPr lang="pt-BR" sz="2000"/>
              <a:t> erat </a:t>
            </a:r>
            <a:r>
              <a:rPr lang="pt-BR" sz="2000" err="1"/>
              <a:t>volutpat</a:t>
            </a:r>
            <a:r>
              <a:rPr lang="pt-BR" sz="2000"/>
              <a:t>. Ut </a:t>
            </a:r>
            <a:r>
              <a:rPr lang="pt-BR" sz="2000" err="1"/>
              <a:t>wisi</a:t>
            </a:r>
            <a:r>
              <a:rPr lang="pt-BR" sz="2000"/>
              <a:t> </a:t>
            </a:r>
            <a:r>
              <a:rPr lang="pt-BR" sz="2000" err="1"/>
              <a:t>enim</a:t>
            </a:r>
            <a:r>
              <a:rPr lang="pt-BR" sz="2000"/>
              <a:t> ad </a:t>
            </a:r>
            <a:r>
              <a:rPr lang="pt-BR" sz="2000" err="1"/>
              <a:t>minim</a:t>
            </a:r>
            <a:r>
              <a:rPr lang="pt-BR" sz="2000"/>
              <a:t> </a:t>
            </a:r>
            <a:r>
              <a:rPr lang="pt-BR" sz="2000" err="1"/>
              <a:t>veniam</a:t>
            </a:r>
            <a:r>
              <a:rPr lang="pt-BR" sz="2000"/>
              <a:t>, quis </a:t>
            </a:r>
            <a:r>
              <a:rPr lang="pt-BR" sz="2000" err="1"/>
              <a:t>nostrud</a:t>
            </a:r>
            <a:r>
              <a:rPr lang="pt-BR" sz="2000"/>
              <a:t> exerci </a:t>
            </a:r>
            <a:r>
              <a:rPr lang="pt-BR" sz="2000" err="1"/>
              <a:t>tation</a:t>
            </a:r>
            <a:r>
              <a:rPr lang="pt-BR" sz="2000"/>
              <a:t> </a:t>
            </a:r>
            <a:r>
              <a:rPr lang="pt-BR" sz="2000" err="1"/>
              <a:t>ullamcorper</a:t>
            </a:r>
            <a:r>
              <a:rPr lang="pt-BR" sz="2000"/>
              <a:t> </a:t>
            </a:r>
            <a:r>
              <a:rPr lang="pt-BR" sz="2000" err="1"/>
              <a:t>suscipit</a:t>
            </a:r>
            <a:r>
              <a:rPr lang="pt-BR" sz="2000"/>
              <a:t> </a:t>
            </a:r>
            <a:r>
              <a:rPr lang="pt-BR" sz="2000" err="1"/>
              <a:t>lobortis</a:t>
            </a:r>
            <a:r>
              <a:rPr lang="pt-BR" sz="2000"/>
              <a:t> </a:t>
            </a:r>
            <a:r>
              <a:rPr lang="pt-BR" sz="2000" err="1"/>
              <a:t>nisl</a:t>
            </a:r>
            <a:r>
              <a:rPr lang="pt-BR" sz="2000"/>
              <a:t> ut </a:t>
            </a:r>
            <a:r>
              <a:rPr lang="pt-BR" sz="2000" err="1"/>
              <a:t>aliquip</a:t>
            </a:r>
            <a:r>
              <a:rPr lang="pt-BR" sz="2000"/>
              <a:t> </a:t>
            </a:r>
            <a:r>
              <a:rPr lang="pt-BR" sz="2000" err="1"/>
              <a:t>ex</a:t>
            </a:r>
            <a:r>
              <a:rPr lang="pt-BR" sz="2000"/>
              <a:t> </a:t>
            </a:r>
            <a:r>
              <a:rPr lang="pt-BR" sz="2000" err="1"/>
              <a:t>ea</a:t>
            </a:r>
            <a:r>
              <a:rPr lang="pt-BR" sz="2000"/>
              <a:t> </a:t>
            </a:r>
            <a:r>
              <a:rPr lang="pt-BR" sz="2000" err="1"/>
              <a:t>commodo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.</a:t>
            </a:r>
          </a:p>
          <a:p>
            <a:pPr algn="just">
              <a:lnSpc>
                <a:spcPct val="120000"/>
              </a:lnSpc>
            </a:pPr>
            <a:r>
              <a:rPr lang="pt-BR" sz="2000" err="1"/>
              <a:t>Duis</a:t>
            </a:r>
            <a:r>
              <a:rPr lang="pt-BR" sz="2000"/>
              <a:t> autem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eum</a:t>
            </a:r>
            <a:r>
              <a:rPr lang="pt-BR" sz="2000"/>
              <a:t> </a:t>
            </a:r>
            <a:r>
              <a:rPr lang="pt-BR" sz="2000" err="1"/>
              <a:t>iriure</a:t>
            </a:r>
            <a:r>
              <a:rPr lang="pt-BR" sz="2000"/>
              <a:t> </a:t>
            </a:r>
            <a:r>
              <a:rPr lang="pt-BR" sz="2000" err="1"/>
              <a:t>dolor</a:t>
            </a:r>
            <a:r>
              <a:rPr lang="pt-BR" sz="2000"/>
              <a:t> in </a:t>
            </a:r>
            <a:r>
              <a:rPr lang="pt-BR" sz="2000" err="1"/>
              <a:t>hendrerit</a:t>
            </a:r>
            <a:r>
              <a:rPr lang="pt-BR" sz="2000"/>
              <a:t> in </a:t>
            </a:r>
            <a:r>
              <a:rPr lang="pt-BR" sz="2000" err="1"/>
              <a:t>vulputate</a:t>
            </a:r>
            <a:r>
              <a:rPr lang="pt-BR" sz="2000"/>
              <a:t> </a:t>
            </a:r>
            <a:r>
              <a:rPr lang="pt-BR" sz="2000" err="1"/>
              <a:t>velit</a:t>
            </a:r>
            <a:r>
              <a:rPr lang="pt-BR" sz="2000"/>
              <a:t> esse </a:t>
            </a:r>
            <a:r>
              <a:rPr lang="pt-BR" sz="2000" err="1"/>
              <a:t>molestie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,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illum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eu </a:t>
            </a:r>
            <a:r>
              <a:rPr lang="pt-BR" sz="2000" err="1"/>
              <a:t>feugiat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facilisis</a:t>
            </a:r>
            <a:r>
              <a:rPr lang="pt-BR" sz="2000"/>
              <a:t> </a:t>
            </a:r>
            <a:r>
              <a:rPr lang="pt-BR" sz="2000" err="1"/>
              <a:t>at</a:t>
            </a:r>
            <a:r>
              <a:rPr lang="pt-BR" sz="2000"/>
              <a:t> vero </a:t>
            </a:r>
            <a:r>
              <a:rPr lang="pt-BR" sz="2000" err="1"/>
              <a:t>eros</a:t>
            </a:r>
            <a:r>
              <a:rPr lang="pt-BR" sz="2000"/>
              <a:t> et </a:t>
            </a:r>
            <a:r>
              <a:rPr lang="pt-BR" sz="2000" err="1"/>
              <a:t>accumsan</a:t>
            </a:r>
            <a:r>
              <a:rPr lang="pt-BR" sz="2000"/>
              <a:t> et </a:t>
            </a:r>
            <a:r>
              <a:rPr lang="pt-BR" sz="2000" err="1"/>
              <a:t>iusto</a:t>
            </a:r>
            <a:r>
              <a:rPr lang="pt-BR" sz="2000"/>
              <a:t> </a:t>
            </a:r>
            <a:r>
              <a:rPr lang="pt-BR" sz="2000" err="1"/>
              <a:t>odio</a:t>
            </a:r>
            <a:r>
              <a:rPr lang="pt-BR" sz="2000"/>
              <a:t> </a:t>
            </a:r>
            <a:r>
              <a:rPr lang="pt-BR" sz="2000" err="1"/>
              <a:t>dignissim</a:t>
            </a:r>
            <a:r>
              <a:rPr lang="pt-BR" sz="2000"/>
              <a:t> </a:t>
            </a:r>
            <a:r>
              <a:rPr lang="pt-BR" sz="2000" err="1"/>
              <a:t>qui</a:t>
            </a:r>
            <a:r>
              <a:rPr lang="pt-BR" sz="2000"/>
              <a:t> </a:t>
            </a:r>
            <a:r>
              <a:rPr lang="pt-BR" sz="2000" err="1"/>
              <a:t>blandit</a:t>
            </a:r>
            <a:r>
              <a:rPr lang="pt-BR" sz="2000"/>
              <a:t> </a:t>
            </a:r>
            <a:r>
              <a:rPr lang="pt-BR" sz="2000" err="1"/>
              <a:t>praesent</a:t>
            </a:r>
            <a:r>
              <a:rPr lang="pt-BR" sz="2000"/>
              <a:t> </a:t>
            </a:r>
            <a:r>
              <a:rPr lang="pt-BR" sz="2000" err="1"/>
              <a:t>luptatum</a:t>
            </a:r>
            <a:r>
              <a:rPr lang="pt-BR" sz="2000"/>
              <a:t> </a:t>
            </a:r>
            <a:r>
              <a:rPr lang="pt-BR" sz="2000" err="1"/>
              <a:t>zzril</a:t>
            </a:r>
            <a:r>
              <a:rPr lang="pt-BR" sz="2000"/>
              <a:t> </a:t>
            </a:r>
            <a:r>
              <a:rPr lang="pt-BR" sz="2000" err="1"/>
              <a:t>delenit</a:t>
            </a:r>
            <a:r>
              <a:rPr lang="pt-BR" sz="2000"/>
              <a:t> augue </a:t>
            </a:r>
            <a:r>
              <a:rPr lang="pt-BR" sz="2000" err="1"/>
              <a:t>duis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te </a:t>
            </a:r>
            <a:r>
              <a:rPr lang="pt-BR" sz="2000" err="1"/>
              <a:t>feugait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</a:t>
            </a:r>
            <a:endParaRPr lang="pt-BR"/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12AB7830-F505-1B53-00E4-D420DAFA44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768489" y="2614005"/>
            <a:ext cx="2695575" cy="269557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Ícone / imagem referente ao tema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6816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540166"/>
            <a:ext cx="9239250" cy="314686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4103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stacar números / 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Números de Destaque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endParaRPr lang="pt-BR"/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39469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1333108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Compare dois assuntos ou faça a evolução do tema</a:t>
            </a:r>
            <a:endParaRPr lang="en-US"/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8FDB0CB7-FF73-E4DB-5BA7-D95C673982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525" y="3268409"/>
            <a:ext cx="5545475" cy="2770310"/>
          </a:xfrm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endParaRPr lang="pt-BR"/>
          </a:p>
          <a:p>
            <a:pPr lvl="0"/>
            <a:endParaRPr lang="pt-BR"/>
          </a:p>
        </p:txBody>
      </p:sp>
      <p:sp>
        <p:nvSpPr>
          <p:cNvPr id="5" name="Espaço Reservado para Texto 32">
            <a:extLst>
              <a:ext uri="{FF2B5EF4-FFF2-40B4-BE49-F238E27FC236}">
                <a16:creationId xmlns:a16="http://schemas.microsoft.com/office/drawing/2014/main" id="{7C6C4C26-BD8F-EF12-DE50-CCC8081171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3268409"/>
            <a:ext cx="5490754" cy="2770310"/>
          </a:xfrm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6059175-36BC-A2DA-0F30-15AF1CA416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526" y="2392248"/>
            <a:ext cx="11036228" cy="712176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9340053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Adicione um título aqui</a:t>
            </a:r>
            <a:endParaRPr lang="en-US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6334320-BE0F-AAF4-A53C-1BF344892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241" y="3390702"/>
            <a:ext cx="10155519" cy="2231445"/>
          </a:xfrm>
        </p:spPr>
        <p:txBody>
          <a:bodyPr>
            <a:noAutofit/>
          </a:bodyPr>
          <a:lstStyle>
            <a:lvl1pPr algn="ctr">
              <a:defRPr sz="2000"/>
            </a:lvl1pPr>
          </a:lstStyle>
          <a:p>
            <a:pPr marL="0" indent="0">
              <a:buNone/>
            </a:pPr>
            <a:r>
              <a:rPr lang="pt-BR" i="0" u="none" strike="noStrike" cap="none">
                <a:ea typeface="Poppins"/>
                <a:cs typeface="Poppins"/>
                <a:sym typeface="Poppins"/>
              </a:rPr>
              <a:t>Breve discussão a respeito</a:t>
            </a:r>
          </a:p>
          <a:p>
            <a:endParaRPr lang="pt-BR"/>
          </a:p>
        </p:txBody>
      </p:sp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26ED46BA-00DB-103F-9405-1757F53B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8241" y="2673991"/>
            <a:ext cx="10155519" cy="712176"/>
          </a:xfrm>
        </p:spPr>
        <p:txBody>
          <a:bodyPr anchor="ctr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pt-BR"/>
              <a:t>Subtítulo do assunto</a:t>
            </a:r>
          </a:p>
        </p:txBody>
      </p:sp>
    </p:spTree>
    <p:extLst>
      <p:ext uri="{BB962C8B-B14F-4D97-AF65-F5344CB8AC3E}">
        <p14:creationId xmlns:p14="http://schemas.microsoft.com/office/powerpoint/2010/main" val="39602363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2"/>
            <a:ext cx="7706018" cy="712176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Adicione um título aqui</a:t>
            </a:r>
            <a:endParaRPr lang="en-US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6334320-BE0F-AAF4-A53C-1BF344892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240" y="1717566"/>
            <a:ext cx="10155519" cy="3942880"/>
          </a:xfrm>
        </p:spPr>
        <p:txBody>
          <a:bodyPr>
            <a:noAutofit/>
          </a:bodyPr>
          <a:lstStyle>
            <a:lvl1pPr algn="ctr">
              <a:defRPr sz="2000"/>
            </a:lvl1pPr>
          </a:lstStyle>
          <a:p>
            <a:pPr marL="0" indent="0">
              <a:buNone/>
            </a:pPr>
            <a:r>
              <a:rPr lang="pt-BR" i="0" u="none" strike="noStrike" cap="none">
                <a:ea typeface="Poppins"/>
                <a:cs typeface="Poppins"/>
                <a:sym typeface="Poppins"/>
              </a:rPr>
              <a:t>Breve discussão a respeito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4791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92" y="803741"/>
            <a:ext cx="5905834" cy="2852737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91" y="3667424"/>
            <a:ext cx="5905834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54" name="Espaço Reservado para Imagem 3152">
            <a:extLst>
              <a:ext uri="{FF2B5EF4-FFF2-40B4-BE49-F238E27FC236}">
                <a16:creationId xmlns:a16="http://schemas.microsoft.com/office/drawing/2014/main" id="{CF2C1CCC-B0C6-50D0-132C-6F187DE99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2300" y="803275"/>
            <a:ext cx="4459288" cy="4419600"/>
          </a:xfrm>
        </p:spPr>
        <p:txBody>
          <a:bodyPr/>
          <a:lstStyle>
            <a:lvl1pPr marL="0" indent="0" algn="just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		INSIRA AQUI UMA 		IMAGEM 			REFERENTE AO 		TEMA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E4934F0-3270-DDF6-74A0-AE7102E3A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72926" y="5286993"/>
            <a:ext cx="2371725" cy="242888"/>
          </a:xfrm>
        </p:spPr>
        <p:txBody>
          <a:bodyPr>
            <a:no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FONTE DA IMAGEM/LEGENDA</a:t>
            </a:r>
          </a:p>
        </p:txBody>
      </p:sp>
    </p:spTree>
    <p:extLst>
      <p:ext uri="{BB962C8B-B14F-4D97-AF65-F5344CB8AC3E}">
        <p14:creationId xmlns:p14="http://schemas.microsoft.com/office/powerpoint/2010/main" val="2206106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3887"/>
            <a:ext cx="3932237" cy="1955253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um assunto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10995819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Assunto de destaque!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27149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Utilize slides com o tema escuro para um assunto que deseja destacar em sua apresentação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35913588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3"/>
            <a:ext cx="9239250" cy="115422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5351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3932237" cy="2017031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o assunto que deseja destacar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12044825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me e C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1175" y="1861241"/>
            <a:ext cx="4640534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Nome</a:t>
            </a:r>
            <a:br>
              <a:rPr lang="pt-BR"/>
            </a:br>
            <a:r>
              <a:rPr lang="pt-BR"/>
              <a:t>Sobrenome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90186" y="4228972"/>
            <a:ext cx="4543804" cy="1142364"/>
          </a:xfr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buNone/>
              <a:defRPr sz="2000"/>
            </a:lvl1pPr>
          </a:lstStyle>
          <a:p>
            <a:pPr lvl="0"/>
            <a:r>
              <a:rPr lang="pt-BR"/>
              <a:t>Área e Cargo</a:t>
            </a:r>
          </a:p>
          <a:p>
            <a:pPr lvl="0"/>
            <a:r>
              <a:rPr lang="pt-BR"/>
              <a:t>Da </a:t>
            </a:r>
            <a:r>
              <a:rPr lang="pt-BR" err="1"/>
              <a:t>Darede</a:t>
            </a:r>
            <a:endParaRPr lang="pt-BR"/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4853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BC79E99C-F91D-DEEE-546A-5F316E85D7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772" y="1691692"/>
            <a:ext cx="11640457" cy="473523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84AD202-BDF6-CC65-1C79-57DF2A49F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9001" cy="1063797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</p:spTree>
    <p:extLst>
      <p:ext uri="{BB962C8B-B14F-4D97-AF65-F5344CB8AC3E}">
        <p14:creationId xmlns:p14="http://schemas.microsoft.com/office/powerpoint/2010/main" val="31772876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BC79E99C-F91D-DEEE-546A-5F316E85D7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772" y="1691692"/>
            <a:ext cx="11640457" cy="4735234"/>
          </a:xfrm>
        </p:spPr>
        <p:txBody>
          <a:bodyPr numCol="2" spcCol="180000">
            <a:normAutofit/>
          </a:bodyPr>
          <a:lstStyle>
            <a:lvl1pPr algn="just">
              <a:defRPr sz="20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Esse slide conta com duas colunas para a inserção de informações em formato de lista</a:t>
            </a:r>
          </a:p>
          <a:p>
            <a:pPr lvl="0"/>
            <a:r>
              <a:rPr lang="pt-BR"/>
              <a:t>Se você está construindo um material informativo para consulta, esse formato também pode ser ideal</a:t>
            </a:r>
          </a:p>
          <a:p>
            <a:pPr lvl="0"/>
            <a:r>
              <a:rPr lang="pt-BR"/>
              <a:t>Dessa forma você pode inserir mais informações sem se preocupar</a:t>
            </a:r>
          </a:p>
          <a:p>
            <a:pPr lvl="0"/>
            <a:r>
              <a:rPr lang="pt-BR"/>
              <a:t>Se atente à quantidade de tópicos:</a:t>
            </a:r>
          </a:p>
          <a:p>
            <a:pPr lvl="0"/>
            <a:r>
              <a:rPr lang="pt-BR"/>
              <a:t>5 tópicos de 3 linhas, no máximo, para cada coluna</a:t>
            </a:r>
          </a:p>
          <a:p>
            <a:pPr lvl="0"/>
            <a:r>
              <a:rPr lang="pt-BR"/>
              <a:t>6 tópicos de duas linhas cada podem ser o suficiente</a:t>
            </a:r>
          </a:p>
          <a:p>
            <a:pPr lvl="0"/>
            <a:endParaRPr lang="pt-BR"/>
          </a:p>
          <a:p>
            <a:pPr lvl="0"/>
            <a:r>
              <a:rPr lang="pt-BR"/>
              <a:t>Não utilize esse formato se está apresentando uma ideia que gostaria de ser lida dinamicamente</a:t>
            </a:r>
          </a:p>
          <a:p>
            <a:pPr lvl="0"/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84AD202-BDF6-CC65-1C79-57DF2A49F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9001" cy="1063797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</p:spTree>
    <p:extLst>
      <p:ext uri="{BB962C8B-B14F-4D97-AF65-F5344CB8AC3E}">
        <p14:creationId xmlns:p14="http://schemas.microsoft.com/office/powerpoint/2010/main" val="34769796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84AD202-BDF6-CC65-1C79-57DF2A49F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9001" cy="1063797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7F846D1A-7B4B-FCFB-CD70-14E4F5FA37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32229" y="1319213"/>
            <a:ext cx="11640684" cy="5130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no ícone e insira uma imagem</a:t>
            </a:r>
          </a:p>
        </p:txBody>
      </p:sp>
    </p:spTree>
    <p:extLst>
      <p:ext uri="{BB962C8B-B14F-4D97-AF65-F5344CB8AC3E}">
        <p14:creationId xmlns:p14="http://schemas.microsoft.com/office/powerpoint/2010/main" val="15376862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A56B355-4C26-DADA-52D4-AE04ECA6DA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9" y="1296127"/>
            <a:ext cx="5776913" cy="5130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no ícone e insira uma imagem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14" name="Título 11">
            <a:extLst>
              <a:ext uri="{FF2B5EF4-FFF2-40B4-BE49-F238E27FC236}">
                <a16:creationId xmlns:a16="http://schemas.microsoft.com/office/drawing/2014/main" id="{EBAD897D-E33E-FCE4-0495-BD9B39B660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4238" cy="1040575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</p:spTree>
    <p:extLst>
      <p:ext uri="{BB962C8B-B14F-4D97-AF65-F5344CB8AC3E}">
        <p14:creationId xmlns:p14="http://schemas.microsoft.com/office/powerpoint/2010/main" val="42467272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894C058-EE29-9DF2-F705-8D1B4EA1A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6874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10" name="Título 8">
            <a:extLst>
              <a:ext uri="{FF2B5EF4-FFF2-40B4-BE49-F238E27FC236}">
                <a16:creationId xmlns:a16="http://schemas.microsoft.com/office/drawing/2014/main" id="{8D6CC4DE-E356-1371-3BBF-B3AC2443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3" y="255552"/>
            <a:ext cx="8886906" cy="10405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575638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7126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8076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9591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6996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7BCE-DF1C-9941-A12E-A31A5F71AD93}" type="datetime1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EED F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4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rc band"/>
          <p:cNvSpPr/>
          <p:nvPr userDrawn="1"/>
        </p:nvSpPr>
        <p:spPr>
          <a:xfrm>
            <a:off x="10705217" y="-661283"/>
            <a:ext cx="1576566" cy="1576566"/>
          </a:xfrm>
          <a:prstGeom prst="blockArc">
            <a:avLst>
              <a:gd name="adj1" fmla="val 13080000"/>
              <a:gd name="adj2" fmla="val 21175040"/>
              <a:gd name="adj3" fmla="val 17254"/>
            </a:avLst>
          </a:prstGeom>
          <a:solidFill>
            <a:schemeClr val="bg2">
              <a:alpha val="5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Arc band"/>
          <p:cNvSpPr/>
          <p:nvPr userDrawn="1"/>
        </p:nvSpPr>
        <p:spPr>
          <a:xfrm>
            <a:off x="10352219" y="-1014281"/>
            <a:ext cx="2282562" cy="2282562"/>
          </a:xfrm>
          <a:prstGeom prst="blockArc">
            <a:avLst>
              <a:gd name="adj1" fmla="val 1680000"/>
              <a:gd name="adj2" fmla="val 9381336"/>
              <a:gd name="adj3" fmla="val 11980"/>
            </a:avLst>
          </a:prstGeom>
          <a:solidFill>
            <a:schemeClr val="bg2">
              <a:alpha val="5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Arc line"/>
          <p:cNvSpPr/>
          <p:nvPr userDrawn="1"/>
        </p:nvSpPr>
        <p:spPr>
          <a:xfrm>
            <a:off x="11036300" y="-330200"/>
            <a:ext cx="914400" cy="914400"/>
          </a:xfrm>
          <a:prstGeom prst="arc">
            <a:avLst>
              <a:gd name="adj1" fmla="val 9727018"/>
              <a:gd name="adj2" fmla="val 15163260"/>
            </a:avLst>
          </a:prstGeom>
          <a:noFill/>
          <a:ln w="15875" cap="rnd">
            <a:solidFill>
              <a:srgbClr val="5B8DEF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4" name="Arc line"/>
          <p:cNvSpPr/>
          <p:nvPr userDrawn="1"/>
        </p:nvSpPr>
        <p:spPr>
          <a:xfrm>
            <a:off x="11036300" y="-330200"/>
            <a:ext cx="914400" cy="914400"/>
          </a:xfrm>
          <a:prstGeom prst="arc">
            <a:avLst>
              <a:gd name="adj1" fmla="val 14721017"/>
              <a:gd name="adj2" fmla="val 18337658"/>
            </a:avLst>
          </a:prstGeom>
          <a:noFill/>
          <a:ln w="15875" cap="rnd">
            <a:solidFill>
              <a:srgbClr val="1BC9A8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Arc line"/>
          <p:cNvSpPr/>
          <p:nvPr userDrawn="1"/>
        </p:nvSpPr>
        <p:spPr>
          <a:xfrm>
            <a:off x="10807700" y="-558800"/>
            <a:ext cx="1371600" cy="1371600"/>
          </a:xfrm>
          <a:prstGeom prst="arc">
            <a:avLst>
              <a:gd name="adj1" fmla="val 12582196"/>
              <a:gd name="adj2" fmla="val 16008840"/>
            </a:avLst>
          </a:prstGeom>
          <a:noFill/>
          <a:ln w="15875" cap="rnd">
            <a:solidFill>
              <a:srgbClr val="3FA2E8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8" name="Arc line"/>
          <p:cNvSpPr/>
          <p:nvPr userDrawn="1"/>
        </p:nvSpPr>
        <p:spPr>
          <a:xfrm>
            <a:off x="10579100" y="-787400"/>
            <a:ext cx="1828800" cy="1828800"/>
          </a:xfrm>
          <a:prstGeom prst="arc">
            <a:avLst>
              <a:gd name="adj1" fmla="val 17396312"/>
              <a:gd name="adj2" fmla="val 2878498"/>
            </a:avLst>
          </a:prstGeom>
          <a:noFill/>
          <a:ln w="15875" cap="rnd">
            <a:solidFill>
              <a:srgbClr val="1BC9A8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" name="Arc line"/>
          <p:cNvSpPr/>
          <p:nvPr userDrawn="1"/>
        </p:nvSpPr>
        <p:spPr>
          <a:xfrm>
            <a:off x="10579100" y="-787400"/>
            <a:ext cx="1828800" cy="1828800"/>
          </a:xfrm>
          <a:prstGeom prst="arc">
            <a:avLst>
              <a:gd name="adj1" fmla="val 1214644"/>
              <a:gd name="adj2" fmla="val 8137834"/>
            </a:avLst>
          </a:prstGeom>
          <a:noFill/>
          <a:ln w="15875" cap="rnd">
            <a:solidFill>
              <a:srgbClr val="5B8DEF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2" name="Arc line"/>
          <p:cNvSpPr/>
          <p:nvPr userDrawn="1"/>
        </p:nvSpPr>
        <p:spPr>
          <a:xfrm>
            <a:off x="10350500" y="-1016000"/>
            <a:ext cx="2286000" cy="2286000"/>
          </a:xfrm>
          <a:prstGeom prst="arc">
            <a:avLst>
              <a:gd name="adj1" fmla="val 7499825"/>
              <a:gd name="adj2" fmla="val 13354466"/>
            </a:avLst>
          </a:prstGeom>
          <a:noFill/>
          <a:ln w="15875" cap="rnd">
            <a:solidFill>
              <a:srgbClr val="3FA2E8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3" name="Arc line"/>
          <p:cNvSpPr/>
          <p:nvPr userDrawn="1"/>
        </p:nvSpPr>
        <p:spPr>
          <a:xfrm>
            <a:off x="10350500" y="-1016000"/>
            <a:ext cx="2286000" cy="2286000"/>
          </a:xfrm>
          <a:prstGeom prst="arc">
            <a:avLst>
              <a:gd name="adj1" fmla="val 3093517"/>
              <a:gd name="adj2" fmla="val 10636847"/>
            </a:avLst>
          </a:prstGeom>
          <a:noFill/>
          <a:ln w="15875" cap="rnd">
            <a:solidFill>
              <a:srgbClr val="5B8DEF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" name="Arc line"/>
          <p:cNvSpPr/>
          <p:nvPr userDrawn="1"/>
        </p:nvSpPr>
        <p:spPr>
          <a:xfrm>
            <a:off x="10121900" y="-1244600"/>
            <a:ext cx="2743200" cy="2743200"/>
          </a:xfrm>
          <a:prstGeom prst="arc">
            <a:avLst>
              <a:gd name="adj1" fmla="val 18172317"/>
              <a:gd name="adj2" fmla="val 2106693"/>
            </a:avLst>
          </a:prstGeom>
          <a:noFill/>
          <a:ln w="15875" cap="rnd">
            <a:solidFill>
              <a:srgbClr val="3FA2E8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7" name="Arc line"/>
          <p:cNvSpPr/>
          <p:nvPr userDrawn="1"/>
        </p:nvSpPr>
        <p:spPr>
          <a:xfrm>
            <a:off x="9893300" y="-1473200"/>
            <a:ext cx="3200400" cy="3200400"/>
          </a:xfrm>
          <a:prstGeom prst="arc">
            <a:avLst>
              <a:gd name="adj1" fmla="val 1920249"/>
              <a:gd name="adj2" fmla="val 8291610"/>
            </a:avLst>
          </a:prstGeom>
          <a:noFill/>
          <a:ln w="15875" cap="rnd">
            <a:solidFill>
              <a:srgbClr val="1BC9A8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9" name="Arc line"/>
          <p:cNvSpPr/>
          <p:nvPr userDrawn="1"/>
        </p:nvSpPr>
        <p:spPr>
          <a:xfrm>
            <a:off x="9893300" y="-1473200"/>
            <a:ext cx="3200400" cy="3200400"/>
          </a:xfrm>
          <a:prstGeom prst="arc">
            <a:avLst>
              <a:gd name="adj1" fmla="val 21262462"/>
              <a:gd name="adj2" fmla="val 4803151"/>
            </a:avLst>
          </a:prstGeom>
          <a:noFill/>
          <a:ln w="15875" cap="rnd">
            <a:solidFill>
              <a:srgbClr val="3FA2E8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Arc dot"/>
          <p:cNvSpPr/>
          <p:nvPr userDrawn="1"/>
        </p:nvSpPr>
        <p:spPr>
          <a:xfrm>
            <a:off x="11329125" y="-338141"/>
            <a:ext cx="57150" cy="57150"/>
          </a:xfrm>
          <a:prstGeom prst="ellipse">
            <a:avLst/>
          </a:prstGeom>
          <a:solidFill>
            <a:srgbClr val="5B8DE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Arc dot"/>
          <p:cNvSpPr/>
          <p:nvPr userDrawn="1"/>
        </p:nvSpPr>
        <p:spPr>
          <a:xfrm>
            <a:off x="11274241" y="-317112"/>
            <a:ext cx="57150" cy="57150"/>
          </a:xfrm>
          <a:prstGeom prst="ellipse">
            <a:avLst/>
          </a:prstGeom>
          <a:solidFill>
            <a:srgbClr val="1BC9A8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Arc dot"/>
          <p:cNvSpPr/>
          <p:nvPr userDrawn="1"/>
        </p:nvSpPr>
        <p:spPr>
          <a:xfrm>
            <a:off x="10869237" y="-241395"/>
            <a:ext cx="57150" cy="57150"/>
          </a:xfrm>
          <a:prstGeom prst="ellipse">
            <a:avLst/>
          </a:prstGeom>
          <a:solidFill>
            <a:srgbClr val="3FA2E8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Arc dot"/>
          <p:cNvSpPr/>
          <p:nvPr userDrawn="1"/>
        </p:nvSpPr>
        <p:spPr>
          <a:xfrm>
            <a:off x="11776746" y="-761165"/>
            <a:ext cx="57150" cy="57150"/>
          </a:xfrm>
          <a:prstGeom prst="ellipse">
            <a:avLst/>
          </a:prstGeom>
          <a:solidFill>
            <a:srgbClr val="1BC9A8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Arc dot"/>
          <p:cNvSpPr/>
          <p:nvPr userDrawn="1"/>
        </p:nvSpPr>
        <p:spPr>
          <a:xfrm>
            <a:off x="12322840" y="414826"/>
            <a:ext cx="57150" cy="57150"/>
          </a:xfrm>
          <a:prstGeom prst="ellipse">
            <a:avLst/>
          </a:prstGeom>
          <a:solidFill>
            <a:srgbClr val="5B8DE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Arc dot"/>
          <p:cNvSpPr/>
          <p:nvPr userDrawn="1"/>
        </p:nvSpPr>
        <p:spPr>
          <a:xfrm>
            <a:off x="12175544" y="993674"/>
            <a:ext cx="57150" cy="57150"/>
          </a:xfrm>
          <a:prstGeom prst="ellipse">
            <a:avLst/>
          </a:prstGeom>
          <a:solidFill>
            <a:srgbClr val="5B8DE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Arc dot"/>
          <p:cNvSpPr/>
          <p:nvPr userDrawn="1"/>
        </p:nvSpPr>
        <p:spPr>
          <a:xfrm>
            <a:off x="12586940" y="887328"/>
            <a:ext cx="57150" cy="57150"/>
          </a:xfrm>
          <a:prstGeom prst="ellipse">
            <a:avLst/>
          </a:prstGeom>
          <a:solidFill>
            <a:srgbClr val="3FA2E8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Arc dot"/>
          <p:cNvSpPr/>
          <p:nvPr userDrawn="1"/>
        </p:nvSpPr>
        <p:spPr>
          <a:xfrm>
            <a:off x="10272135" y="1165145"/>
            <a:ext cx="57150" cy="57150"/>
          </a:xfrm>
          <a:prstGeom prst="ellipse">
            <a:avLst/>
          </a:prstGeom>
          <a:solidFill>
            <a:srgbClr val="1BC9A8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Arc dot"/>
          <p:cNvSpPr/>
          <p:nvPr userDrawn="1"/>
        </p:nvSpPr>
        <p:spPr>
          <a:xfrm>
            <a:off x="13057418" y="-58440"/>
            <a:ext cx="57150" cy="57150"/>
          </a:xfrm>
          <a:prstGeom prst="ellipse">
            <a:avLst/>
          </a:prstGeom>
          <a:solidFill>
            <a:srgbClr val="3FA2E8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0200"/>
            <a:ext cx="93980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67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3736437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  <p:sldLayoutId id="2147483972" r:id="rId16"/>
    <p:sldLayoutId id="2147483973" r:id="rId17"/>
    <p:sldLayoutId id="2147483974" r:id="rId18"/>
    <p:sldLayoutId id="2147483975" r:id="rId19"/>
    <p:sldLayoutId id="2147483976" r:id="rId20"/>
    <p:sldLayoutId id="2147483977" r:id="rId21"/>
    <p:sldLayoutId id="2147483978" r:id="rId22"/>
    <p:sldLayoutId id="2147483979" r:id="rId23"/>
    <p:sldLayoutId id="2147483980" r:id="rId24"/>
    <p:sldLayoutId id="2147483981" r:id="rId25"/>
    <p:sldLayoutId id="2147483982" r:id="rId26"/>
    <p:sldLayoutId id="2147483983" r:id="rId27"/>
    <p:sldLayoutId id="2147483984" r:id="rId28"/>
    <p:sldLayoutId id="2147483985" r:id="rId29"/>
    <p:sldLayoutId id="2147483986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4" r:id="rId37"/>
    <p:sldLayoutId id="2147483995" r:id="rId38"/>
    <p:sldLayoutId id="2147483996" r:id="rId39"/>
    <p:sldLayoutId id="2147483997" r:id="rId40"/>
    <p:sldLayoutId id="2147483998" r:id="rId41"/>
    <p:sldLayoutId id="2147483999" r:id="rId42"/>
    <p:sldLayoutId id="2147484000" r:id="rId43"/>
    <p:sldLayoutId id="2147484001" r:id="rId44"/>
    <p:sldLayoutId id="2147484002" r:id="rId45"/>
    <p:sldLayoutId id="2147484003" r:id="rId46"/>
    <p:sldLayoutId id="2147484004" r:id="rId47"/>
    <p:sldLayoutId id="2147484005" r:id="rId48"/>
    <p:sldLayoutId id="2147484006" r:id="rId49"/>
    <p:sldLayoutId id="2147484007" r:id="rId50"/>
    <p:sldLayoutId id="2147484008" r:id="rId51"/>
    <p:sldLayoutId id="2147484009" r:id="rId52"/>
    <p:sldLayoutId id="2147484010" r:id="rId5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hyperlink" Target="https://www.youtube.com/watch?v=oeVj3Lcq7dI&amp;t=264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www.youtube.com/watch?v=lklM19y8PvE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builder.aws.com/post/3ISwAS4prd6WbWvuyjGQqCwcb66_p/aws-community-lounge-no-aws-summit-sao-paulo-2026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96B61-D6B0-A217-A03A-985FE16A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Mentoria AWS Community Builders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14B7FE-3988-F2BE-8611-9B2E2D258F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Preparação e acompanhamento para aplicação</a:t>
            </a:r>
          </a:p>
        </p:txBody>
      </p:sp>
    </p:spTree>
    <p:extLst>
      <p:ext uri="{BB962C8B-B14F-4D97-AF65-F5344CB8AC3E}">
        <p14:creationId xmlns:p14="http://schemas.microsoft.com/office/powerpoint/2010/main" val="2132696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0732363-0242-D53C-56B7-28DCCC8801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O que a AWS aceita como conteúdo;</a:t>
            </a:r>
          </a:p>
          <a:p>
            <a:r>
              <a:rPr lang="pt-BR" sz="1800" dirty="0"/>
              <a:t>Etapa 03 – Ferramentas criação de conteúdo;</a:t>
            </a:r>
          </a:p>
          <a:p>
            <a:r>
              <a:rPr lang="pt-BR" sz="1800" dirty="0"/>
              <a:t>AWS Summit SP;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B71C162-ECC0-3340-802D-061566BC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1095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67455-A1FC-66B6-73C3-DA58D55C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 03: Como criar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B23269-E2A4-24D2-C06F-30C86719BE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Uma ideia de como produzir para se candidatar</a:t>
            </a:r>
          </a:p>
        </p:txBody>
      </p:sp>
    </p:spTree>
    <p:extLst>
      <p:ext uri="{BB962C8B-B14F-4D97-AF65-F5344CB8AC3E}">
        <p14:creationId xmlns:p14="http://schemas.microsoft.com/office/powerpoint/2010/main" val="1209557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5B3F2-73B0-A79A-F27C-47EC0B9D4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a AWS considera como conteúdo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9BA2E01-1FC5-4935-9ABC-E9F2B0DD6BC8}"/>
              </a:ext>
            </a:extLst>
          </p:cNvPr>
          <p:cNvSpPr/>
          <p:nvPr/>
        </p:nvSpPr>
        <p:spPr>
          <a:xfrm>
            <a:off x="635000" y="1778000"/>
            <a:ext cx="5270500" cy="19685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FBD3C5C-080B-483C-B49A-C297D0CE2388}"/>
              </a:ext>
            </a:extLst>
          </p:cNvPr>
          <p:cNvSpPr/>
          <p:nvPr/>
        </p:nvSpPr>
        <p:spPr>
          <a:xfrm>
            <a:off x="6286500" y="1778000"/>
            <a:ext cx="5270500" cy="19685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3924F9C-51CB-4E92-BC49-777A16C09909}"/>
              </a:ext>
            </a:extLst>
          </p:cNvPr>
          <p:cNvSpPr/>
          <p:nvPr/>
        </p:nvSpPr>
        <p:spPr>
          <a:xfrm>
            <a:off x="635000" y="4064000"/>
            <a:ext cx="5270500" cy="19685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7FA55B5-4BE6-4769-8AF9-2B16359323FE}"/>
              </a:ext>
            </a:extLst>
          </p:cNvPr>
          <p:cNvSpPr/>
          <p:nvPr/>
        </p:nvSpPr>
        <p:spPr>
          <a:xfrm>
            <a:off x="6286500" y="4064000"/>
            <a:ext cx="5270500" cy="19685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53D7B08-4599-4852-B52E-632949BAB678}"/>
              </a:ext>
            </a:extLst>
          </p:cNvPr>
          <p:cNvSpPr/>
          <p:nvPr/>
        </p:nvSpPr>
        <p:spPr>
          <a:xfrm>
            <a:off x="889000" y="2032000"/>
            <a:ext cx="558800" cy="5588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A6CA3DD-A186-482C-8F77-E9CB631C3AA6}"/>
              </a:ext>
            </a:extLst>
          </p:cNvPr>
          <p:cNvSpPr/>
          <p:nvPr/>
        </p:nvSpPr>
        <p:spPr>
          <a:xfrm>
            <a:off x="6540500" y="2032000"/>
            <a:ext cx="558800" cy="5588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AF3D7FA-88CB-47D9-BEA7-D5CBD7616E10}"/>
              </a:ext>
            </a:extLst>
          </p:cNvPr>
          <p:cNvSpPr/>
          <p:nvPr/>
        </p:nvSpPr>
        <p:spPr>
          <a:xfrm>
            <a:off x="889000" y="4318000"/>
            <a:ext cx="558800" cy="5588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3EA3A09-1950-4E77-8213-6694055C8B92}"/>
              </a:ext>
            </a:extLst>
          </p:cNvPr>
          <p:cNvSpPr/>
          <p:nvPr/>
        </p:nvSpPr>
        <p:spPr>
          <a:xfrm>
            <a:off x="6540500" y="4318000"/>
            <a:ext cx="558800" cy="5588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0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D03E474-56E1-4535-9DCB-E7209944507D}"/>
              </a:ext>
            </a:extLst>
          </p:cNvPr>
          <p:cNvSpPr txBox="1"/>
          <p:nvPr/>
        </p:nvSpPr>
        <p:spPr>
          <a:xfrm>
            <a:off x="1625600" y="20574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Palestra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FD9B07F-FDA4-4D59-B559-6778E66B80CF}"/>
              </a:ext>
            </a:extLst>
          </p:cNvPr>
          <p:cNvSpPr txBox="1"/>
          <p:nvPr/>
        </p:nvSpPr>
        <p:spPr>
          <a:xfrm>
            <a:off x="914400" y="2768600"/>
            <a:ext cx="47117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Ser palestrante em algum evento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A9D035-1AE6-4E74-BE15-8D9B4586238A}"/>
              </a:ext>
            </a:extLst>
          </p:cNvPr>
          <p:cNvSpPr txBox="1"/>
          <p:nvPr/>
        </p:nvSpPr>
        <p:spPr>
          <a:xfrm>
            <a:off x="7277100" y="20574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Auxílio a comunidade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36887E5-FCDC-4164-BDBC-DD7BC0EEBCD1}"/>
              </a:ext>
            </a:extLst>
          </p:cNvPr>
          <p:cNvSpPr txBox="1"/>
          <p:nvPr/>
        </p:nvSpPr>
        <p:spPr>
          <a:xfrm>
            <a:off x="6565900" y="2768600"/>
            <a:ext cx="47117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Ter um apoio impactante a comunidade como voluntário, isso vai desde AWS </a:t>
            </a:r>
            <a:r>
              <a:rPr lang="pt-BR" sz="1400" dirty="0" err="1">
                <a:solidFill>
                  <a:schemeClr val="tx1"/>
                </a:solidFill>
              </a:rPr>
              <a:t>User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  <a:r>
              <a:rPr lang="pt-BR" sz="1400" dirty="0" err="1">
                <a:solidFill>
                  <a:schemeClr val="tx1"/>
                </a:solidFill>
              </a:rPr>
              <a:t>Group</a:t>
            </a:r>
            <a:r>
              <a:rPr lang="pt-BR" sz="1400" dirty="0">
                <a:solidFill>
                  <a:schemeClr val="tx1"/>
                </a:solidFill>
              </a:rPr>
              <a:t>, até auxilio em comunidade local.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E2719E2-6C28-4AA4-A95A-8E457820A2CB}"/>
              </a:ext>
            </a:extLst>
          </p:cNvPr>
          <p:cNvSpPr txBox="1"/>
          <p:nvPr/>
        </p:nvSpPr>
        <p:spPr>
          <a:xfrm>
            <a:off x="1625600" y="43434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Artigo técnico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FDB9EFD-1D72-4DD6-9145-38B259F02655}"/>
              </a:ext>
            </a:extLst>
          </p:cNvPr>
          <p:cNvSpPr txBox="1"/>
          <p:nvPr/>
        </p:nvSpPr>
        <p:spPr>
          <a:xfrm>
            <a:off x="914400" y="5054600"/>
            <a:ext cx="47117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Tema real com AWS: código, prints e conclusão prática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19CC46-934B-4D87-A1B0-7C826812B143}"/>
              </a:ext>
            </a:extLst>
          </p:cNvPr>
          <p:cNvSpPr txBox="1"/>
          <p:nvPr/>
        </p:nvSpPr>
        <p:spPr>
          <a:xfrm>
            <a:off x="7277100" y="43434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Lives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42D5DD2-1457-463A-B2A6-BAADC0EDD93D}"/>
              </a:ext>
            </a:extLst>
          </p:cNvPr>
          <p:cNvSpPr txBox="1"/>
          <p:nvPr/>
        </p:nvSpPr>
        <p:spPr>
          <a:xfrm>
            <a:off x="6565900" y="5054600"/>
            <a:ext cx="47117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Gerar conteúdo através de lives e sessões </a:t>
            </a:r>
            <a:r>
              <a:rPr lang="pt-BR" sz="1400" dirty="0" err="1">
                <a:solidFill>
                  <a:schemeClr val="tx1"/>
                </a:solidFill>
              </a:rPr>
              <a:t>onlines</a:t>
            </a:r>
            <a:r>
              <a:rPr lang="pt-BR" sz="1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411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BE863-4B76-A318-79A2-5DA16010375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152400"/>
            <a:ext cx="9398000" cy="660400"/>
          </a:xfrm>
        </p:spPr>
        <p:txBody>
          <a:bodyPr>
            <a:normAutofit/>
          </a:bodyPr>
          <a:lstStyle/>
          <a:p>
            <a:r>
              <a:rPr lang="pt-BR" dirty="0"/>
              <a:t>Exemplos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5E3340A-5682-F835-F423-B1921784C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6300"/>
            <a:ext cx="3420051" cy="39147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A219930-C7D9-83C4-7BE7-1DFBFC6BD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025" y="2203451"/>
            <a:ext cx="3583092" cy="37782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2AC1721-48B7-48D8-B1B4-EF4B48261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571" y="2928677"/>
            <a:ext cx="3829584" cy="37247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519C2C-1C50-CE20-9BD7-5ED24FC40136}"/>
              </a:ext>
            </a:extLst>
          </p:cNvPr>
          <p:cNvSpPr txBox="1"/>
          <p:nvPr/>
        </p:nvSpPr>
        <p:spPr>
          <a:xfrm>
            <a:off x="5532699" y="1348490"/>
            <a:ext cx="66593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6"/>
              </a:rPr>
              <a:t>https://www.youtube.com/watch?v=lklM19y8PvE</a:t>
            </a:r>
            <a:endParaRPr lang="pt-BR" dirty="0"/>
          </a:p>
          <a:p>
            <a:r>
              <a:rPr lang="pt-BR" dirty="0">
                <a:hlinkClick r:id="rId7"/>
              </a:rPr>
              <a:t>https://www.youtube.com/watch?v=oeVj3Lcq7dI&amp;t=264s</a:t>
            </a:r>
            <a:endParaRPr lang="pt-BR" dirty="0"/>
          </a:p>
          <a:p>
            <a:endParaRPr lang="pt-BR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AADC8A34-E536-27CE-3874-18F293063B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7265" y="2171046"/>
            <a:ext cx="6030167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1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2236D-EA0A-5588-3C50-B6AC78A1F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criar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0856C2-3CB5-404C-A60E-4035EDEB49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Como acelerar, revisar, estudar e criar conteúdos escritos</a:t>
            </a:r>
          </a:p>
        </p:txBody>
      </p:sp>
    </p:spTree>
    <p:extLst>
      <p:ext uri="{BB962C8B-B14F-4D97-AF65-F5344CB8AC3E}">
        <p14:creationId xmlns:p14="http://schemas.microsoft.com/office/powerpoint/2010/main" val="3799173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5F2A0-39B4-8C80-E3F7-6F28257D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AWS não aceita conteúdo 100% gerado por IA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C900FDA-253E-448B-8DD8-3512D8FFB07C}"/>
              </a:ext>
            </a:extLst>
          </p:cNvPr>
          <p:cNvSpPr/>
          <p:nvPr/>
        </p:nvSpPr>
        <p:spPr>
          <a:xfrm>
            <a:off x="635000" y="1841500"/>
            <a:ext cx="4064000" cy="43180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889000" y="2095500"/>
            <a:ext cx="355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 dirty="0">
                <a:solidFill>
                  <a:schemeClr val="accent1"/>
                </a:solidFill>
              </a:rPr>
              <a:t>Use para o bem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08AAD8-2366-4458-A5F3-362EA66851C6}"/>
              </a:ext>
            </a:extLst>
          </p:cNvPr>
          <p:cNvSpPr txBox="1"/>
          <p:nvPr/>
        </p:nvSpPr>
        <p:spPr>
          <a:xfrm>
            <a:off x="889000" y="27305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dirty="0">
                <a:solidFill>
                  <a:schemeClr val="tx1"/>
                </a:solidFill>
              </a:rPr>
              <a:t>Não é aceito pela AWS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941318C-02EF-44D5-B055-31583412EDB3}"/>
              </a:ext>
            </a:extLst>
          </p:cNvPr>
          <p:cNvSpPr/>
          <p:nvPr/>
        </p:nvSpPr>
        <p:spPr>
          <a:xfrm>
            <a:off x="889000" y="3492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84F07C-A7A8-41B4-B364-DE7A21F725FC}"/>
              </a:ext>
            </a:extLst>
          </p:cNvPr>
          <p:cNvSpPr txBox="1"/>
          <p:nvPr/>
        </p:nvSpPr>
        <p:spPr>
          <a:xfrm>
            <a:off x="1117600" y="3385595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Texto e código gerados por IA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111DC31-1AB2-4839-8A30-45302CF2AA7E}"/>
              </a:ext>
            </a:extLst>
          </p:cNvPr>
          <p:cNvSpPr/>
          <p:nvPr/>
        </p:nvSpPr>
        <p:spPr>
          <a:xfrm>
            <a:off x="889000" y="41910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744646-7B53-4624-BB6D-1FF8DF5152A7}"/>
              </a:ext>
            </a:extLst>
          </p:cNvPr>
          <p:cNvSpPr txBox="1"/>
          <p:nvPr/>
        </p:nvSpPr>
        <p:spPr>
          <a:xfrm>
            <a:off x="1117600" y="41021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Sem a sua voz e experiência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BA0E66D-C63C-4C41-943C-4A57A428D43D}"/>
              </a:ext>
            </a:extLst>
          </p:cNvPr>
          <p:cNvSpPr/>
          <p:nvPr/>
        </p:nvSpPr>
        <p:spPr>
          <a:xfrm>
            <a:off x="889000" y="4889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98A49B8-BA78-45BE-939A-C4195A1A4C92}"/>
              </a:ext>
            </a:extLst>
          </p:cNvPr>
          <p:cNvSpPr txBox="1"/>
          <p:nvPr/>
        </p:nvSpPr>
        <p:spPr>
          <a:xfrm>
            <a:off x="1117600" y="48006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Prejudica a candidatura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3B662A-A2CA-4ABC-ACE2-7688ACB8A12C}"/>
              </a:ext>
            </a:extLst>
          </p:cNvPr>
          <p:cNvSpPr txBox="1"/>
          <p:nvPr/>
        </p:nvSpPr>
        <p:spPr>
          <a:xfrm>
            <a:off x="5080000" y="1905000"/>
            <a:ext cx="647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 dirty="0">
                <a:solidFill>
                  <a:schemeClr val="tx1"/>
                </a:solidFill>
              </a:rPr>
              <a:t>Como usar a IA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1D1EF01-E36F-48E4-B4FD-4B77236C0866}"/>
              </a:ext>
            </a:extLst>
          </p:cNvPr>
          <p:cNvSpPr/>
          <p:nvPr/>
        </p:nvSpPr>
        <p:spPr>
          <a:xfrm>
            <a:off x="5080000" y="25400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F444433-48DA-4955-B73B-7BE85680FCE3}"/>
              </a:ext>
            </a:extLst>
          </p:cNvPr>
          <p:cNvSpPr txBox="1"/>
          <p:nvPr/>
        </p:nvSpPr>
        <p:spPr>
          <a:xfrm>
            <a:off x="5651500" y="25146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Acelerar a escrita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7FBF600-C7BA-422B-8074-F7C959D596CF}"/>
              </a:ext>
            </a:extLst>
          </p:cNvPr>
          <p:cNvSpPr txBox="1"/>
          <p:nvPr/>
        </p:nvSpPr>
        <p:spPr>
          <a:xfrm>
            <a:off x="5651500" y="28956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A IA organiza e revisa. As ideias e a experiência são suas.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5902AB6-F455-4C94-92D8-12436D97A1E6}"/>
              </a:ext>
            </a:extLst>
          </p:cNvPr>
          <p:cNvSpPr/>
          <p:nvPr/>
        </p:nvSpPr>
        <p:spPr>
          <a:xfrm>
            <a:off x="5080000" y="37465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A7CC30C-3D93-4DF1-95AD-79CAEFA2F342}"/>
              </a:ext>
            </a:extLst>
          </p:cNvPr>
          <p:cNvSpPr txBox="1"/>
          <p:nvPr/>
        </p:nvSpPr>
        <p:spPr>
          <a:xfrm>
            <a:off x="5651500" y="37211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Criar roteiros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A5C2B8B-28D1-4B11-816B-8C8179C903F0}"/>
              </a:ext>
            </a:extLst>
          </p:cNvPr>
          <p:cNvSpPr txBox="1"/>
          <p:nvPr/>
        </p:nvSpPr>
        <p:spPr>
          <a:xfrm>
            <a:off x="5651500" y="41021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Estrutura do artigo, tópicos e ordem da explicação antes de escrever.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05B327E-EC2D-4E23-B503-CA7687629D24}"/>
              </a:ext>
            </a:extLst>
          </p:cNvPr>
          <p:cNvSpPr/>
          <p:nvPr/>
        </p:nvSpPr>
        <p:spPr>
          <a:xfrm>
            <a:off x="5080000" y="49530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29486E7-E2A8-4DCA-97DA-BE5461E2CA7F}"/>
              </a:ext>
            </a:extLst>
          </p:cNvPr>
          <p:cNvSpPr txBox="1"/>
          <p:nvPr/>
        </p:nvSpPr>
        <p:spPr>
          <a:xfrm>
            <a:off x="5651500" y="49276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Fazer pesquisas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CBBF7D2-599D-42FD-8431-58DAC2C8A48E}"/>
              </a:ext>
            </a:extLst>
          </p:cNvPr>
          <p:cNvSpPr txBox="1"/>
          <p:nvPr/>
        </p:nvSpPr>
        <p:spPr>
          <a:xfrm>
            <a:off x="5651500" y="53086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Levantar referências e resumos, e conferir as fontes oficiais da AWS.</a:t>
            </a:r>
          </a:p>
        </p:txBody>
      </p:sp>
    </p:spTree>
    <p:extLst>
      <p:ext uri="{BB962C8B-B14F-4D97-AF65-F5344CB8AC3E}">
        <p14:creationId xmlns:p14="http://schemas.microsoft.com/office/powerpoint/2010/main" val="484329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5F2A0-39B4-8C80-E3F7-6F28257D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IA acelera, o autor decide</a:t>
            </a:r>
          </a:p>
        </p:txBody>
      </p:sp>
      <p:sp>
        <p:nvSpPr>
          <p:cNvPr id="3" name="Card IA">
            <a:extLst>
              <a:ext uri="{FF2B5EF4-FFF2-40B4-BE49-F238E27FC236}">
                <a16:creationId xmlns:a16="http://schemas.microsoft.com/office/drawing/2014/main" id="{8C900FDA-253E-448B-8DD8-3512D8FFB07C}"/>
              </a:ext>
            </a:extLst>
          </p:cNvPr>
          <p:cNvSpPr/>
          <p:nvPr/>
        </p:nvSpPr>
        <p:spPr>
          <a:xfrm>
            <a:off x="635000" y="1905000"/>
            <a:ext cx="5334000" cy="42926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0" name="Card Autor">
            <a:extLst>
              <a:ext uri="{FF2B5EF4-FFF2-40B4-BE49-F238E27FC236}">
                <a16:creationId xmlns:a16="http://schemas.microsoft.com/office/drawing/2014/main" id="{8C900FDA-253E-448B-8DD8-3512D8FFB07C}"/>
              </a:ext>
            </a:extLst>
          </p:cNvPr>
          <p:cNvSpPr/>
          <p:nvPr/>
        </p:nvSpPr>
        <p:spPr>
          <a:xfrm>
            <a:off x="6223000" y="1905000"/>
            <a:ext cx="5334000" cy="42926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1" name="Titulo IA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889000" y="20320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l"/>
            <a:r>
              <a:rPr lang="pt-BR" sz="2200" b="1" dirty="0">
                <a:solidFill>
                  <a:schemeClr val="accent1"/>
                </a:solidFill>
              </a:rPr>
              <a:t>O que a IA faz</a:t>
            </a:r>
          </a:p>
        </p:txBody>
      </p:sp>
      <p:sp>
        <p:nvSpPr>
          <p:cNvPr id="102" name="Titulo Autor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6477000" y="20320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l"/>
            <a:r>
              <a:rPr lang="pt-BR" sz="2200" b="1" dirty="0">
                <a:solidFill>
                  <a:schemeClr val="accent1"/>
                </a:solidFill>
              </a:rPr>
              <a:t>O que continua sendo do autor</a:t>
            </a:r>
          </a:p>
        </p:txBody>
      </p:sp>
      <p:sp>
        <p:nvSpPr>
          <p:cNvPr id="103" name="IA 1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889000" y="2641600"/>
            <a:ext cx="4826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 dirty="0">
                <a:solidFill>
                  <a:schemeClr val="accent1"/>
                </a:solidFill>
              </a:rPr>
              <a:t>Rascunho</a:t>
            </a:r>
          </a:p>
          <a:p>
            <a:pPr algn="l"/>
            <a:r>
              <a:rPr lang="pt-BR" sz="1400" dirty="0">
                <a:solidFill>
                  <a:schemeClr val="tx1"/>
                </a:solidFill>
              </a:rPr>
              <a:t>Gera pode ajudar com ideia e o ponto de partida de um artigo. O autor não publica como veio, usa como base de informação.</a:t>
            </a:r>
          </a:p>
        </p:txBody>
      </p:sp>
      <p:sp>
        <p:nvSpPr>
          <p:cNvPr id="104" name="IA 2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889000" y="3606800"/>
            <a:ext cx="4826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 dirty="0">
                <a:solidFill>
                  <a:schemeClr val="accent1"/>
                </a:solidFill>
              </a:rPr>
              <a:t>Organização</a:t>
            </a:r>
          </a:p>
          <a:p>
            <a:pPr algn="l"/>
            <a:r>
              <a:rPr lang="pt-BR" sz="1400" dirty="0">
                <a:solidFill>
                  <a:schemeClr val="tx1"/>
                </a:solidFill>
              </a:rPr>
              <a:t>Propõe a ordem dos artigos da série, a escada de complexidade e a estrutura de cada texto.</a:t>
            </a:r>
          </a:p>
        </p:txBody>
      </p:sp>
      <p:sp>
        <p:nvSpPr>
          <p:cNvPr id="105" name="IA 3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889000" y="4495800"/>
            <a:ext cx="4826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 dirty="0">
                <a:solidFill>
                  <a:schemeClr val="accent1"/>
                </a:solidFill>
              </a:rPr>
              <a:t>Roteiro</a:t>
            </a:r>
          </a:p>
          <a:p>
            <a:pPr algn="l"/>
            <a:r>
              <a:rPr lang="pt-BR" sz="1400" dirty="0">
                <a:solidFill>
                  <a:schemeClr val="tx1"/>
                </a:solidFill>
              </a:rPr>
              <a:t>Monta ganchos e a sequência lógica do artigo.</a:t>
            </a:r>
          </a:p>
        </p:txBody>
      </p:sp>
      <p:sp>
        <p:nvSpPr>
          <p:cNvPr id="106" name="IA 4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889000" y="5156200"/>
            <a:ext cx="4826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 dirty="0">
                <a:solidFill>
                  <a:schemeClr val="accent1"/>
                </a:solidFill>
              </a:rPr>
              <a:t>Checagem e crítica</a:t>
            </a:r>
          </a:p>
          <a:p>
            <a:pPr algn="l"/>
            <a:r>
              <a:rPr lang="pt-BR" sz="1400" dirty="0">
                <a:solidFill>
                  <a:schemeClr val="tx1"/>
                </a:solidFill>
              </a:rPr>
              <a:t>Confere fontes, datas e escopo, aponta claim sem evidência e questiona título e arquitetura.</a:t>
            </a:r>
          </a:p>
        </p:txBody>
      </p:sp>
      <p:sp>
        <p:nvSpPr>
          <p:cNvPr id="107" name="Marcador 1">
            <a:extLst>
              <a:ext uri="{FF2B5EF4-FFF2-40B4-BE49-F238E27FC236}">
                <a16:creationId xmlns:a16="http://schemas.microsoft.com/office/drawing/2014/main" id="{6941318C-02EF-44D5-B055-31583412EDB3}"/>
              </a:ext>
            </a:extLst>
          </p:cNvPr>
          <p:cNvSpPr/>
          <p:nvPr/>
        </p:nvSpPr>
        <p:spPr>
          <a:xfrm>
            <a:off x="6477000" y="2984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108" name="Autor 1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6756400" y="2641600"/>
            <a:ext cx="4572000" cy="8128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l"/>
            <a:r>
              <a:rPr lang="pt-BR" sz="1600" b="1" dirty="0">
                <a:solidFill>
                  <a:schemeClr val="tx1"/>
                </a:solidFill>
              </a:rPr>
              <a:t>A tese e as decisões de arquitetura</a:t>
            </a:r>
          </a:p>
        </p:txBody>
      </p:sp>
      <p:sp>
        <p:nvSpPr>
          <p:cNvPr id="109" name="Marcador 2">
            <a:extLst>
              <a:ext uri="{FF2B5EF4-FFF2-40B4-BE49-F238E27FC236}">
                <a16:creationId xmlns:a16="http://schemas.microsoft.com/office/drawing/2014/main" id="{6941318C-02EF-44D5-B055-31583412EDB3}"/>
              </a:ext>
            </a:extLst>
          </p:cNvPr>
          <p:cNvSpPr/>
          <p:nvPr/>
        </p:nvSpPr>
        <p:spPr>
          <a:xfrm>
            <a:off x="6477000" y="3873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110" name="Autor 2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6756400" y="3530600"/>
            <a:ext cx="4572000" cy="8128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l"/>
            <a:r>
              <a:rPr lang="pt-BR" sz="1600" b="1" dirty="0">
                <a:solidFill>
                  <a:schemeClr val="tx1"/>
                </a:solidFill>
              </a:rPr>
              <a:t>O lab, rodado no ambiente real</a:t>
            </a:r>
          </a:p>
        </p:txBody>
      </p:sp>
      <p:sp>
        <p:nvSpPr>
          <p:cNvPr id="111" name="Marcador 3">
            <a:extLst>
              <a:ext uri="{FF2B5EF4-FFF2-40B4-BE49-F238E27FC236}">
                <a16:creationId xmlns:a16="http://schemas.microsoft.com/office/drawing/2014/main" id="{6941318C-02EF-44D5-B055-31583412EDB3}"/>
              </a:ext>
            </a:extLst>
          </p:cNvPr>
          <p:cNvSpPr/>
          <p:nvPr/>
        </p:nvSpPr>
        <p:spPr>
          <a:xfrm>
            <a:off x="6477000" y="4762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112" name="Autor 3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6756400" y="4419600"/>
            <a:ext cx="4572000" cy="8128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l"/>
            <a:r>
              <a:rPr lang="pt-BR" sz="1600" b="1" dirty="0">
                <a:solidFill>
                  <a:schemeClr val="tx1"/>
                </a:solidFill>
              </a:rPr>
              <a:t>A reescrita com a própria voz, palavra por palavra</a:t>
            </a:r>
          </a:p>
        </p:txBody>
      </p:sp>
      <p:sp>
        <p:nvSpPr>
          <p:cNvPr id="113" name="Marcador 4">
            <a:extLst>
              <a:ext uri="{FF2B5EF4-FFF2-40B4-BE49-F238E27FC236}">
                <a16:creationId xmlns:a16="http://schemas.microsoft.com/office/drawing/2014/main" id="{6941318C-02EF-44D5-B055-31583412EDB3}"/>
              </a:ext>
            </a:extLst>
          </p:cNvPr>
          <p:cNvSpPr/>
          <p:nvPr/>
        </p:nvSpPr>
        <p:spPr>
          <a:xfrm>
            <a:off x="6477000" y="5651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114" name="Autor 4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6756400" y="5308600"/>
            <a:ext cx="4572000" cy="8128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l"/>
            <a:r>
              <a:rPr lang="pt-BR" sz="1600" b="1" dirty="0">
                <a:solidFill>
                  <a:schemeClr val="tx1"/>
                </a:solidFill>
              </a:rPr>
              <a:t>A responsabilidade pelo que é publicado</a:t>
            </a:r>
          </a:p>
        </p:txBody>
      </p:sp>
    </p:spTree>
    <p:extLst>
      <p:ext uri="{BB962C8B-B14F-4D97-AF65-F5344CB8AC3E}">
        <p14:creationId xmlns:p14="http://schemas.microsoft.com/office/powerpoint/2010/main" val="3305797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5F2A0-39B4-8C80-E3F7-6F28257D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Claude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C900FDA-253E-448B-8DD8-3512D8FFB07C}"/>
              </a:ext>
            </a:extLst>
          </p:cNvPr>
          <p:cNvSpPr/>
          <p:nvPr/>
        </p:nvSpPr>
        <p:spPr>
          <a:xfrm>
            <a:off x="635000" y="1841500"/>
            <a:ext cx="4064000" cy="43180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7EC6E9-4933-4D5A-B3B6-79DE4ABF3232}"/>
              </a:ext>
            </a:extLst>
          </p:cNvPr>
          <p:cNvSpPr txBox="1"/>
          <p:nvPr/>
        </p:nvSpPr>
        <p:spPr>
          <a:xfrm>
            <a:off x="889000" y="2095500"/>
            <a:ext cx="355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 dirty="0">
                <a:solidFill>
                  <a:schemeClr val="accent1"/>
                </a:solidFill>
              </a:rPr>
              <a:t>Claude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08AAD8-2366-4458-A5F3-362EA66851C6}"/>
              </a:ext>
            </a:extLst>
          </p:cNvPr>
          <p:cNvSpPr txBox="1"/>
          <p:nvPr/>
        </p:nvSpPr>
        <p:spPr>
          <a:xfrm>
            <a:off x="889000" y="27305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dirty="0">
                <a:solidFill>
                  <a:schemeClr val="tx1"/>
                </a:solidFill>
              </a:rPr>
              <a:t>Auxiliar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941318C-02EF-44D5-B055-31583412EDB3}"/>
              </a:ext>
            </a:extLst>
          </p:cNvPr>
          <p:cNvSpPr/>
          <p:nvPr/>
        </p:nvSpPr>
        <p:spPr>
          <a:xfrm>
            <a:off x="889000" y="3492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84F07C-A7A8-41B4-B364-DE7A21F725FC}"/>
              </a:ext>
            </a:extLst>
          </p:cNvPr>
          <p:cNvSpPr txBox="1"/>
          <p:nvPr/>
        </p:nvSpPr>
        <p:spPr>
          <a:xfrm>
            <a:off x="1117600" y="3385595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Fonte para todo o projeto de CB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111DC31-1AB2-4839-8A30-45302CF2AA7E}"/>
              </a:ext>
            </a:extLst>
          </p:cNvPr>
          <p:cNvSpPr/>
          <p:nvPr/>
        </p:nvSpPr>
        <p:spPr>
          <a:xfrm>
            <a:off x="889000" y="41910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744646-7B53-4624-BB6D-1FF8DF5152A7}"/>
              </a:ext>
            </a:extLst>
          </p:cNvPr>
          <p:cNvSpPr txBox="1"/>
          <p:nvPr/>
        </p:nvSpPr>
        <p:spPr>
          <a:xfrm>
            <a:off x="1117600" y="41021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Ideias, validações e refinamento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BA0E66D-C63C-4C41-943C-4A57A428D43D}"/>
              </a:ext>
            </a:extLst>
          </p:cNvPr>
          <p:cNvSpPr/>
          <p:nvPr/>
        </p:nvSpPr>
        <p:spPr>
          <a:xfrm>
            <a:off x="889000" y="4889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98A49B8-BA78-45BE-939A-C4195A1A4C92}"/>
              </a:ext>
            </a:extLst>
          </p:cNvPr>
          <p:cNvSpPr txBox="1"/>
          <p:nvPr/>
        </p:nvSpPr>
        <p:spPr>
          <a:xfrm>
            <a:off x="1117600" y="48006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Auxiliar de escrita e laboratórios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3B662A-A2CA-4ABC-ACE2-7688ACB8A12C}"/>
              </a:ext>
            </a:extLst>
          </p:cNvPr>
          <p:cNvSpPr txBox="1"/>
          <p:nvPr/>
        </p:nvSpPr>
        <p:spPr>
          <a:xfrm>
            <a:off x="5080000" y="1905000"/>
            <a:ext cx="647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 dirty="0">
                <a:solidFill>
                  <a:schemeClr val="tx1"/>
                </a:solidFill>
              </a:rPr>
              <a:t>Como usar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1D1EF01-E36F-48E4-B4FD-4B77236C0866}"/>
              </a:ext>
            </a:extLst>
          </p:cNvPr>
          <p:cNvSpPr/>
          <p:nvPr/>
        </p:nvSpPr>
        <p:spPr>
          <a:xfrm>
            <a:off x="5080000" y="25400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F444433-48DA-4955-B73B-7BE85680FCE3}"/>
              </a:ext>
            </a:extLst>
          </p:cNvPr>
          <p:cNvSpPr txBox="1"/>
          <p:nvPr/>
        </p:nvSpPr>
        <p:spPr>
          <a:xfrm>
            <a:off x="5651500" y="25146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Crie o projeto de Community </a:t>
            </a:r>
            <a:r>
              <a:rPr lang="pt-BR" b="1" dirty="0" err="1">
                <a:solidFill>
                  <a:schemeClr val="tx1"/>
                </a:solidFill>
              </a:rPr>
              <a:t>Builder</a:t>
            </a: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7FBF600-C7BA-422B-8074-F7C959D596CF}"/>
              </a:ext>
            </a:extLst>
          </p:cNvPr>
          <p:cNvSpPr txBox="1"/>
          <p:nvPr/>
        </p:nvSpPr>
        <p:spPr>
          <a:xfrm>
            <a:off x="5651500" y="28956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De instruções claras para o projeto (exemplo em anexo).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5902AB6-F455-4C94-92D8-12436D97A1E6}"/>
              </a:ext>
            </a:extLst>
          </p:cNvPr>
          <p:cNvSpPr/>
          <p:nvPr/>
        </p:nvSpPr>
        <p:spPr>
          <a:xfrm>
            <a:off x="5080000" y="37465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A7CC30C-3D93-4DF1-95AD-79CAEFA2F342}"/>
              </a:ext>
            </a:extLst>
          </p:cNvPr>
          <p:cNvSpPr txBox="1"/>
          <p:nvPr/>
        </p:nvSpPr>
        <p:spPr>
          <a:xfrm>
            <a:off x="5651500" y="37211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Tenha em mente o foco da sua escrita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A5C2B8B-28D1-4B11-816B-8C8179C903F0}"/>
              </a:ext>
            </a:extLst>
          </p:cNvPr>
          <p:cNvSpPr txBox="1"/>
          <p:nvPr/>
        </p:nvSpPr>
        <p:spPr>
          <a:xfrm>
            <a:off x="5651500" y="41021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Pense em qual tipo de conteúdo você quer gerar e crie um chat para cada tipo de conteúdo.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05B327E-EC2D-4E23-B503-CA7687629D24}"/>
              </a:ext>
            </a:extLst>
          </p:cNvPr>
          <p:cNvSpPr/>
          <p:nvPr/>
        </p:nvSpPr>
        <p:spPr>
          <a:xfrm>
            <a:off x="5080000" y="49530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29486E7-E2A8-4DCA-97DA-BE5461E2CA7F}"/>
              </a:ext>
            </a:extLst>
          </p:cNvPr>
          <p:cNvSpPr txBox="1"/>
          <p:nvPr/>
        </p:nvSpPr>
        <p:spPr>
          <a:xfrm>
            <a:off x="5651500" y="49276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Utilize em conjunto com outras ferramentas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CBBF7D2-599D-42FD-8431-58DAC2C8A48E}"/>
              </a:ext>
            </a:extLst>
          </p:cNvPr>
          <p:cNvSpPr txBox="1"/>
          <p:nvPr/>
        </p:nvSpPr>
        <p:spPr>
          <a:xfrm>
            <a:off x="5651500" y="53086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Claude é bom para insights, não é bom para imagens, nem referências.</a:t>
            </a:r>
          </a:p>
        </p:txBody>
      </p:sp>
    </p:spTree>
    <p:extLst>
      <p:ext uri="{BB962C8B-B14F-4D97-AF65-F5344CB8AC3E}">
        <p14:creationId xmlns:p14="http://schemas.microsoft.com/office/powerpoint/2010/main" val="363030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74469-EDE1-8362-4E73-53F5F751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Notebook LLM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0FFE8DB-564C-48ED-A702-3DFF3EFF6B1C}"/>
              </a:ext>
            </a:extLst>
          </p:cNvPr>
          <p:cNvSpPr/>
          <p:nvPr/>
        </p:nvSpPr>
        <p:spPr>
          <a:xfrm>
            <a:off x="635000" y="1841500"/>
            <a:ext cx="4064000" cy="43180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5304509-B0E0-4D2D-9EA1-9596D203F277}"/>
              </a:ext>
            </a:extLst>
          </p:cNvPr>
          <p:cNvSpPr txBox="1"/>
          <p:nvPr/>
        </p:nvSpPr>
        <p:spPr>
          <a:xfrm>
            <a:off x="889000" y="2095500"/>
            <a:ext cx="355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 dirty="0">
                <a:solidFill>
                  <a:schemeClr val="accent1"/>
                </a:solidFill>
              </a:rPr>
              <a:t>Note Google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8EFC04-BECA-448D-890F-4729CEA12FC7}"/>
              </a:ext>
            </a:extLst>
          </p:cNvPr>
          <p:cNvSpPr txBox="1"/>
          <p:nvPr/>
        </p:nvSpPr>
        <p:spPr>
          <a:xfrm>
            <a:off x="889000" y="27305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61917D6-A9CC-4F14-BF8D-6DA1EE196346}"/>
              </a:ext>
            </a:extLst>
          </p:cNvPr>
          <p:cNvSpPr/>
          <p:nvPr/>
        </p:nvSpPr>
        <p:spPr>
          <a:xfrm>
            <a:off x="889000" y="3492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26B575-0E08-423B-BC85-99D824E7CF3B}"/>
              </a:ext>
            </a:extLst>
          </p:cNvPr>
          <p:cNvSpPr txBox="1"/>
          <p:nvPr/>
        </p:nvSpPr>
        <p:spPr>
          <a:xfrm>
            <a:off x="1117600" y="34036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Referências e aprofundamento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4EFE22C-8B42-4E32-B400-6468CCAC42EF}"/>
              </a:ext>
            </a:extLst>
          </p:cNvPr>
          <p:cNvSpPr/>
          <p:nvPr/>
        </p:nvSpPr>
        <p:spPr>
          <a:xfrm>
            <a:off x="889000" y="41910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7A51A3-EB7E-46B0-87A7-992622082846}"/>
              </a:ext>
            </a:extLst>
          </p:cNvPr>
          <p:cNvSpPr txBox="1"/>
          <p:nvPr/>
        </p:nvSpPr>
        <p:spPr>
          <a:xfrm>
            <a:off x="1117600" y="41021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Gera relatórios e resumos de diversas fontes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5A5C359-C34D-4B81-BA3D-CA16A67B5317}"/>
              </a:ext>
            </a:extLst>
          </p:cNvPr>
          <p:cNvSpPr/>
          <p:nvPr/>
        </p:nvSpPr>
        <p:spPr>
          <a:xfrm>
            <a:off x="889000" y="4889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D54700-CFD7-46BA-8A29-8B641D33FA31}"/>
              </a:ext>
            </a:extLst>
          </p:cNvPr>
          <p:cNvSpPr txBox="1"/>
          <p:nvPr/>
        </p:nvSpPr>
        <p:spPr>
          <a:xfrm>
            <a:off x="1117600" y="48006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Use em conjunto com o Claude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508D52B-7E15-44DF-8D60-AB3FA765E5C0}"/>
              </a:ext>
            </a:extLst>
          </p:cNvPr>
          <p:cNvSpPr txBox="1"/>
          <p:nvPr/>
        </p:nvSpPr>
        <p:spPr>
          <a:xfrm>
            <a:off x="5080000" y="1905000"/>
            <a:ext cx="647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 dirty="0">
                <a:solidFill>
                  <a:schemeClr val="tx1"/>
                </a:solidFill>
              </a:rPr>
              <a:t>Como usar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9F5AD89-18EC-4114-8EB8-36AC754C8C7E}"/>
              </a:ext>
            </a:extLst>
          </p:cNvPr>
          <p:cNvSpPr/>
          <p:nvPr/>
        </p:nvSpPr>
        <p:spPr>
          <a:xfrm>
            <a:off x="5080000" y="25400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4B12203-5EFD-45B5-BC4D-0ED35FF848EE}"/>
              </a:ext>
            </a:extLst>
          </p:cNvPr>
          <p:cNvSpPr txBox="1"/>
          <p:nvPr/>
        </p:nvSpPr>
        <p:spPr>
          <a:xfrm>
            <a:off x="5651500" y="25146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Procure referências sobre o assunto/tema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5FFB236-10F0-4ACA-84D1-8433CF10EC73}"/>
              </a:ext>
            </a:extLst>
          </p:cNvPr>
          <p:cNvSpPr txBox="1"/>
          <p:nvPr/>
        </p:nvSpPr>
        <p:spPr>
          <a:xfrm>
            <a:off x="5651500" y="28956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URL do YouTube, documentação AWS, </a:t>
            </a:r>
            <a:r>
              <a:rPr lang="pt-BR" sz="1400" dirty="0" err="1">
                <a:solidFill>
                  <a:schemeClr val="tx2"/>
                </a:solidFill>
              </a:rPr>
              <a:t>BlogPosts</a:t>
            </a:r>
            <a:r>
              <a:rPr lang="pt-BR" sz="1400" dirty="0">
                <a:solidFill>
                  <a:schemeClr val="tx2"/>
                </a:solidFill>
              </a:rPr>
              <a:t>, </a:t>
            </a:r>
            <a:r>
              <a:rPr lang="pt-BR" sz="1400" dirty="0" err="1">
                <a:solidFill>
                  <a:schemeClr val="tx2"/>
                </a:solidFill>
              </a:rPr>
              <a:t>rePost</a:t>
            </a:r>
            <a:r>
              <a:rPr lang="pt-BR" sz="1400" dirty="0">
                <a:solidFill>
                  <a:schemeClr val="tx2"/>
                </a:solidFill>
              </a:rPr>
              <a:t> e etc.</a:t>
            </a:r>
            <a:br>
              <a:rPr lang="pt-BR" sz="1400" dirty="0">
                <a:solidFill>
                  <a:schemeClr val="tx2"/>
                </a:solidFill>
              </a:rPr>
            </a:br>
            <a:r>
              <a:rPr lang="pt-BR" sz="1400" dirty="0">
                <a:solidFill>
                  <a:schemeClr val="tx2"/>
                </a:solidFill>
              </a:rPr>
              <a:t>Tudo vale como referência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2B2AB22-EE66-4C8D-B16F-AEA747BBAC0B}"/>
              </a:ext>
            </a:extLst>
          </p:cNvPr>
          <p:cNvSpPr/>
          <p:nvPr/>
        </p:nvSpPr>
        <p:spPr>
          <a:xfrm>
            <a:off x="5080000" y="37465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642A31D-B17F-43FD-B7D4-E90376F5F8DC}"/>
              </a:ext>
            </a:extLst>
          </p:cNvPr>
          <p:cNvSpPr txBox="1"/>
          <p:nvPr/>
        </p:nvSpPr>
        <p:spPr>
          <a:xfrm>
            <a:off x="5651500" y="37211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Utilize os artigos gerados como base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E988BEE-401F-4676-9E83-B89598554541}"/>
              </a:ext>
            </a:extLst>
          </p:cNvPr>
          <p:cNvSpPr txBox="1"/>
          <p:nvPr/>
        </p:nvSpPr>
        <p:spPr>
          <a:xfrm>
            <a:off x="5651500" y="41021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Com os resumos criados você tem uma boa base de ref.</a:t>
            </a:r>
            <a:br>
              <a:rPr lang="pt-BR" sz="1400" dirty="0">
                <a:solidFill>
                  <a:schemeClr val="tx2"/>
                </a:solidFill>
              </a:rPr>
            </a:br>
            <a:r>
              <a:rPr lang="pt-BR" sz="1400" dirty="0">
                <a:solidFill>
                  <a:schemeClr val="tx2"/>
                </a:solidFill>
              </a:rPr>
              <a:t>Assim consegue utilizar desse resumos para auxiliar na escrita.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2D38515-BA1A-4D0F-817D-F3DB3837BD39}"/>
              </a:ext>
            </a:extLst>
          </p:cNvPr>
          <p:cNvSpPr/>
          <p:nvPr/>
        </p:nvSpPr>
        <p:spPr>
          <a:xfrm>
            <a:off x="5080000" y="49530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D1D60AB-41D2-42F9-BFB8-2E80DE404BF8}"/>
              </a:ext>
            </a:extLst>
          </p:cNvPr>
          <p:cNvSpPr txBox="1"/>
          <p:nvPr/>
        </p:nvSpPr>
        <p:spPr>
          <a:xfrm>
            <a:off x="5651500" y="49276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Base da verdade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7D83EAA-FA4A-4DB2-8349-71ECD688A7F5}"/>
              </a:ext>
            </a:extLst>
          </p:cNvPr>
          <p:cNvSpPr txBox="1"/>
          <p:nvPr/>
        </p:nvSpPr>
        <p:spPr>
          <a:xfrm>
            <a:off x="5651500" y="5308600"/>
            <a:ext cx="5842000" cy="850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Aqui é onde a sua base de dados de referencias de fato existe, confie mais nessa base do que no que o Claude gera, e faça perguntas inteligentes para confrontar dados.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067903C-DA23-5367-4325-7CDE52E0C5B9}"/>
              </a:ext>
            </a:extLst>
          </p:cNvPr>
          <p:cNvSpPr txBox="1"/>
          <p:nvPr/>
        </p:nvSpPr>
        <p:spPr>
          <a:xfrm>
            <a:off x="1041400" y="28829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i="1" dirty="0" err="1">
                <a:solidFill>
                  <a:schemeClr val="tx1"/>
                </a:solidFill>
              </a:rPr>
              <a:t>Deep</a:t>
            </a:r>
            <a:r>
              <a:rPr lang="pt-BR" sz="1600" i="1" dirty="0">
                <a:solidFill>
                  <a:schemeClr val="tx1"/>
                </a:solidFill>
              </a:rPr>
              <a:t>-dive</a:t>
            </a:r>
          </a:p>
        </p:txBody>
      </p:sp>
    </p:spTree>
    <p:extLst>
      <p:ext uri="{BB962C8B-B14F-4D97-AF65-F5344CB8AC3E}">
        <p14:creationId xmlns:p14="http://schemas.microsoft.com/office/powerpoint/2010/main" val="4250479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D4447-8C93-CCB4-CCB7-15F23D32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EF841-5712-1E58-D8C1-34ECB457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ChatGPT / Gemini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FFC81B7-C880-552C-5F69-235C31F94AD9}"/>
              </a:ext>
            </a:extLst>
          </p:cNvPr>
          <p:cNvSpPr/>
          <p:nvPr/>
        </p:nvSpPr>
        <p:spPr>
          <a:xfrm>
            <a:off x="635000" y="1841500"/>
            <a:ext cx="4064000" cy="43180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ED55D78-9F33-5BA7-FBA9-F8AB2230C00E}"/>
              </a:ext>
            </a:extLst>
          </p:cNvPr>
          <p:cNvSpPr txBox="1"/>
          <p:nvPr/>
        </p:nvSpPr>
        <p:spPr>
          <a:xfrm>
            <a:off x="889000" y="2095500"/>
            <a:ext cx="355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 dirty="0">
                <a:solidFill>
                  <a:schemeClr val="accent1"/>
                </a:solidFill>
              </a:rPr>
              <a:t>Imagens/Revisão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4F3107-1BD8-C529-2DEF-D9A95A447644}"/>
              </a:ext>
            </a:extLst>
          </p:cNvPr>
          <p:cNvSpPr txBox="1"/>
          <p:nvPr/>
        </p:nvSpPr>
        <p:spPr>
          <a:xfrm>
            <a:off x="889000" y="27305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C1861FE-5D40-177A-E1B1-09900B2901BC}"/>
              </a:ext>
            </a:extLst>
          </p:cNvPr>
          <p:cNvSpPr/>
          <p:nvPr/>
        </p:nvSpPr>
        <p:spPr>
          <a:xfrm>
            <a:off x="889000" y="3492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72DA10-C298-9788-EC70-8A6E9777A5CB}"/>
              </a:ext>
            </a:extLst>
          </p:cNvPr>
          <p:cNvSpPr txBox="1"/>
          <p:nvPr/>
        </p:nvSpPr>
        <p:spPr>
          <a:xfrm>
            <a:off x="1117600" y="34036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Imagens e </a:t>
            </a:r>
            <a:r>
              <a:rPr lang="pt-BR" sz="1400" dirty="0" err="1">
                <a:solidFill>
                  <a:schemeClr val="tx1"/>
                </a:solidFill>
              </a:rPr>
              <a:t>thumbnails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C57A41-D0BB-292D-6344-BA281329C5EF}"/>
              </a:ext>
            </a:extLst>
          </p:cNvPr>
          <p:cNvSpPr/>
          <p:nvPr/>
        </p:nvSpPr>
        <p:spPr>
          <a:xfrm>
            <a:off x="889000" y="41910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6C5C793-B6A2-F294-20CC-784E7444F2CE}"/>
              </a:ext>
            </a:extLst>
          </p:cNvPr>
          <p:cNvSpPr txBox="1"/>
          <p:nvPr/>
        </p:nvSpPr>
        <p:spPr>
          <a:xfrm>
            <a:off x="1117600" y="41021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Revisões ortográficas e consistência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31191AD-1A94-8DCF-3733-726BDA6D90CE}"/>
              </a:ext>
            </a:extLst>
          </p:cNvPr>
          <p:cNvSpPr/>
          <p:nvPr/>
        </p:nvSpPr>
        <p:spPr>
          <a:xfrm>
            <a:off x="889000" y="4889500"/>
            <a:ext cx="127000" cy="1270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0A727EB-5616-129C-54F1-BFA75B3DAE52}"/>
              </a:ext>
            </a:extLst>
          </p:cNvPr>
          <p:cNvSpPr txBox="1"/>
          <p:nvPr/>
        </p:nvSpPr>
        <p:spPr>
          <a:xfrm>
            <a:off x="1117600" y="48006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Tradução para inglês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949C66F-2153-7430-776D-38B85DD1FCD0}"/>
              </a:ext>
            </a:extLst>
          </p:cNvPr>
          <p:cNvSpPr txBox="1"/>
          <p:nvPr/>
        </p:nvSpPr>
        <p:spPr>
          <a:xfrm>
            <a:off x="5080000" y="1905000"/>
            <a:ext cx="647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 dirty="0">
                <a:solidFill>
                  <a:schemeClr val="tx1"/>
                </a:solidFill>
              </a:rPr>
              <a:t>Como usar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D7216EB-A18E-0477-CDE9-7439A45A6FD7}"/>
              </a:ext>
            </a:extLst>
          </p:cNvPr>
          <p:cNvSpPr/>
          <p:nvPr/>
        </p:nvSpPr>
        <p:spPr>
          <a:xfrm>
            <a:off x="5080000" y="25400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9C623F9-D384-D157-5ABE-4763B4F3DAF2}"/>
              </a:ext>
            </a:extLst>
          </p:cNvPr>
          <p:cNvSpPr txBox="1"/>
          <p:nvPr/>
        </p:nvSpPr>
        <p:spPr>
          <a:xfrm>
            <a:off x="5651500" y="25146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Imagem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E0058F2-539B-A92D-D52F-EFEDC24A3120}"/>
              </a:ext>
            </a:extLst>
          </p:cNvPr>
          <p:cNvSpPr txBox="1"/>
          <p:nvPr/>
        </p:nvSpPr>
        <p:spPr>
          <a:xfrm>
            <a:off x="5651500" y="28956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Com o artigo pronto, utilize como base para o ChatGPT gerar uma imagem de capa.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B88EBBD-8812-7013-C0C0-8B4F417E00FF}"/>
              </a:ext>
            </a:extLst>
          </p:cNvPr>
          <p:cNvSpPr/>
          <p:nvPr/>
        </p:nvSpPr>
        <p:spPr>
          <a:xfrm>
            <a:off x="5080000" y="37465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9FECC5B-E7F3-D387-CFCC-5C026AAD9CED}"/>
              </a:ext>
            </a:extLst>
          </p:cNvPr>
          <p:cNvSpPr txBox="1"/>
          <p:nvPr/>
        </p:nvSpPr>
        <p:spPr>
          <a:xfrm>
            <a:off x="5651500" y="37211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Revisão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1EF9E2-4F02-8354-8A0B-4AB090F8EED1}"/>
              </a:ext>
            </a:extLst>
          </p:cNvPr>
          <p:cNvSpPr txBox="1"/>
          <p:nvPr/>
        </p:nvSpPr>
        <p:spPr>
          <a:xfrm>
            <a:off x="5651500" y="4102100"/>
            <a:ext cx="5842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Utilize seu GPT diário para fazer a revisão pedindo para manter a ‘sua voz’, assim ele garantirá que expressões que você utiliza se mantenham.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ACD51A3-502E-043D-C35F-751CB9D6C32D}"/>
              </a:ext>
            </a:extLst>
          </p:cNvPr>
          <p:cNvSpPr/>
          <p:nvPr/>
        </p:nvSpPr>
        <p:spPr>
          <a:xfrm>
            <a:off x="5080000" y="4953000"/>
            <a:ext cx="406400" cy="406400"/>
          </a:xfrm>
          <a:prstGeom prst="ellipse">
            <a:avLst/>
          </a:prstGeom>
          <a:solidFill>
            <a:schemeClr val="accent1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5EC6D48-8520-F472-242E-D765917EAB3B}"/>
              </a:ext>
            </a:extLst>
          </p:cNvPr>
          <p:cNvSpPr txBox="1"/>
          <p:nvPr/>
        </p:nvSpPr>
        <p:spPr>
          <a:xfrm>
            <a:off x="5651500" y="49276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Tradução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9A256D7-4340-63C6-20FB-C9A92C165CFC}"/>
              </a:ext>
            </a:extLst>
          </p:cNvPr>
          <p:cNvSpPr txBox="1"/>
          <p:nvPr/>
        </p:nvSpPr>
        <p:spPr>
          <a:xfrm>
            <a:off x="5651500" y="5308600"/>
            <a:ext cx="5842000" cy="850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2"/>
                </a:solidFill>
              </a:rPr>
              <a:t>Traduções do Gemini e Claude são mais eficientes, pois eles entende melhor expressões e gírias.</a:t>
            </a:r>
          </a:p>
        </p:txBody>
      </p:sp>
    </p:spTree>
    <p:extLst>
      <p:ext uri="{BB962C8B-B14F-4D97-AF65-F5344CB8AC3E}">
        <p14:creationId xmlns:p14="http://schemas.microsoft.com/office/powerpoint/2010/main" val="1923907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D0D0A-A1A3-0251-8CAE-532B182E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8210D-9418-0990-52E2-79C1A230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AWS Summit São Paulo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41B878-C427-55FB-B369-85C901B026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Oportunidade para gerar conteúdo</a:t>
            </a:r>
          </a:p>
        </p:txBody>
      </p:sp>
    </p:spTree>
    <p:extLst>
      <p:ext uri="{BB962C8B-B14F-4D97-AF65-F5344CB8AC3E}">
        <p14:creationId xmlns:p14="http://schemas.microsoft.com/office/powerpoint/2010/main" val="1255367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AB0DD-7BD7-66A5-D3DB-67FD4AA313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/>
              <a:t>Ideias do que fazer no Summit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830898-BFEB-6F04-1EEC-D11796CF03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l">
              <a:buChar char="•"/>
            </a:pPr>
            <a:r>
              <a:rPr lang="pt-BR" sz="2000" dirty="0"/>
              <a:t>Tirar fotos e gravar takes do evento, e publicar um artigo com suas impressões (baseado na sua linha de conteúdo);</a:t>
            </a:r>
          </a:p>
          <a:p>
            <a:pPr algn="l">
              <a:buChar char="•"/>
            </a:pPr>
            <a:r>
              <a:rPr lang="pt-BR" sz="2000" dirty="0"/>
              <a:t>Fazer </a:t>
            </a:r>
            <a:r>
              <a:rPr lang="pt-BR" sz="2000" dirty="0" err="1"/>
              <a:t>collab</a:t>
            </a:r>
            <a:r>
              <a:rPr lang="pt-BR" sz="2000" dirty="0"/>
              <a:t> com outro gerador de conteúdo;</a:t>
            </a:r>
          </a:p>
          <a:p>
            <a:pPr algn="l"/>
            <a:r>
              <a:rPr lang="pt-BR" sz="2000" dirty="0"/>
              <a:t>Participar do </a:t>
            </a:r>
            <a:r>
              <a:rPr lang="pt-BR" sz="2000" dirty="0" err="1">
                <a:hlinkClick r:id="rId2"/>
              </a:rPr>
              <a:t>Developers</a:t>
            </a:r>
            <a:r>
              <a:rPr lang="pt-BR" sz="2000" dirty="0">
                <a:hlinkClick r:id="rId2"/>
              </a:rPr>
              <a:t> Lounge</a:t>
            </a:r>
            <a:r>
              <a:rPr lang="pt-BR" sz="2000" dirty="0"/>
              <a:t> no Summit;</a:t>
            </a:r>
          </a:p>
          <a:p>
            <a:pPr algn="l"/>
            <a:r>
              <a:rPr lang="pt-BR" sz="2000" dirty="0"/>
              <a:t>Assistir palestras técnicas, trocar ideia com o palestrante e criar conteúdo baseado nisso;</a:t>
            </a:r>
          </a:p>
        </p:txBody>
      </p:sp>
    </p:spTree>
    <p:extLst>
      <p:ext uri="{BB962C8B-B14F-4D97-AF65-F5344CB8AC3E}">
        <p14:creationId xmlns:p14="http://schemas.microsoft.com/office/powerpoint/2010/main" val="1880514162"/>
      </p:ext>
    </p:extLst>
  </p:cSld>
  <p:clrMapOvr>
    <a:masterClrMapping/>
  </p:clrMapOvr>
</p:sld>
</file>

<file path=ppt/theme/theme1.xml><?xml version="1.0" encoding="utf-8"?>
<a:theme xmlns:a="http://schemas.openxmlformats.org/drawingml/2006/main" name="AWS Community Builders [1792530169406]">
  <a:themeElements>
    <a:clrScheme name="AWS Community Builders">
      <a:dk1>
        <a:srgbClr val="161D2D"/>
      </a:dk1>
      <a:lt1>
        <a:srgbClr val="FFFFFF"/>
      </a:lt1>
      <a:dk2>
        <a:srgbClr val="212C42"/>
      </a:dk2>
      <a:lt2>
        <a:srgbClr val="C9D1DE"/>
      </a:lt2>
      <a:accent1>
        <a:srgbClr val="FF9900"/>
      </a:accent1>
      <a:accent2>
        <a:srgbClr val="1BC9A8"/>
      </a:accent2>
      <a:accent3>
        <a:srgbClr val="3FA2E8"/>
      </a:accent3>
      <a:accent4>
        <a:srgbClr val="5B8DEF"/>
      </a:accent4>
      <a:accent5>
        <a:srgbClr val="8E9BB3"/>
      </a:accent5>
      <a:accent6>
        <a:srgbClr val="2B3A57"/>
      </a:accent6>
      <a:hlink>
        <a:srgbClr val="3FA2E8"/>
      </a:hlink>
      <a:folHlink>
        <a:srgbClr val="8E9BB3"/>
      </a:folHlink>
    </a:clrScheme>
    <a:fontScheme name="AWS Community Builder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ólidos Suti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ede" id="{895B3F06-F589-4DAC-AAAB-6D9F6CC961D9}" vid="{0830D066-5876-4F2A-9488-4519957997F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B028B6-6D2A-4C4B-B2A5-DE20699A6305}">
  <we:reference id="f5f369e5-aa35-49d7-ad7b-638152ddb008" version="1.0.0.1" store="EXCatalog" storeType="EXCatalog"/>
  <we:alternateReferences>
    <we:reference id="WA200010001" version="1.0.0.1" store="pt-BR" storeType="OMEX"/>
  </we:alternateReferences>
  <we:properties>
    <we:property name="claude.fileId" value="&quot;779a4023-bea0-4499-afef-eaeb01af784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0A527001218D643BCE2CB5010569311" ma:contentTypeVersion="19" ma:contentTypeDescription="Crie um novo documento." ma:contentTypeScope="" ma:versionID="aacb0b1add0242dbe4a81a6d36f2e0f5">
  <xsd:schema xmlns:xsd="http://www.w3.org/2001/XMLSchema" xmlns:xs="http://www.w3.org/2001/XMLSchema" xmlns:p="http://schemas.microsoft.com/office/2006/metadata/properties" xmlns:ns2="b6d99a4e-ca6f-4b08-b610-a3dd178f736a" xmlns:ns3="1fef7b2c-3f42-430f-9e71-0985d0f17838" targetNamespace="http://schemas.microsoft.com/office/2006/metadata/properties" ma:root="true" ma:fieldsID="fac22f0debc7c34ba2bf1a663a962b04" ns2:_="" ns3:_="">
    <xsd:import namespace="b6d99a4e-ca6f-4b08-b610-a3dd178f736a"/>
    <xsd:import namespace="1fef7b2c-3f42-430f-9e71-0985d0f1783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d99a4e-ca6f-4b08-b610-a3dd178f736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461de86-5708-4044-ab09-a83167688adc}" ma:internalName="TaxCatchAll" ma:showField="CatchAllData" ma:web="b6d99a4e-ca6f-4b08-b610-a3dd178f73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ef7b2c-3f42-430f-9e71-0985d0f178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c88b5477-5822-4d7e-9ab2-6f9c9ae097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6d99a4e-ca6f-4b08-b610-a3dd178f736a">
      <UserInfo>
        <DisplayName>Gabriel Brito de Oliveira</DisplayName>
        <AccountId>69</AccountId>
        <AccountType/>
      </UserInfo>
      <UserInfo>
        <DisplayName>Rodrigo de Carvalho Rocha Oliveira</DisplayName>
        <AccountId>268</AccountId>
        <AccountType/>
      </UserInfo>
    </SharedWithUsers>
    <TaxCatchAll xmlns="b6d99a4e-ca6f-4b08-b610-a3dd178f736a" xsi:nil="true"/>
    <lcf76f155ced4ddcb4097134ff3c332f xmlns="1fef7b2c-3f42-430f-9e71-0985d0f1783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CBE3C5-F07E-4545-951D-7201D1E2FA4C}">
  <ds:schemaRefs>
    <ds:schemaRef ds:uri="1fef7b2c-3f42-430f-9e71-0985d0f17838"/>
    <ds:schemaRef ds:uri="b6d99a4e-ca6f-4b08-b610-a3dd178f73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7C424E5-1323-429E-AD6D-35E702341A42}">
  <ds:schemaRefs>
    <ds:schemaRef ds:uri="1fef7b2c-3f42-430f-9e71-0985d0f17838"/>
    <ds:schemaRef ds:uri="b6d99a4e-ca6f-4b08-b610-a3dd178f736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DF2209-25BC-48DF-8EC1-414F6DB1B0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1974</TotalTime>
  <Words>775</Words>
  <Application>Microsoft Office PowerPoint</Application>
  <PresentationFormat>Widescreen</PresentationFormat>
  <Paragraphs>115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Poppins</vt:lpstr>
      <vt:lpstr>Segoe UI</vt:lpstr>
      <vt:lpstr>AWS Community Builders [1792530169406]</vt:lpstr>
      <vt:lpstr>Mentoria AWS Community Builders</vt:lpstr>
      <vt:lpstr>Agenda</vt:lpstr>
      <vt:lpstr>Etapa 03: Como criar conteúdo</vt:lpstr>
      <vt:lpstr>O que a AWS considera como conteúdo</vt:lpstr>
      <vt:lpstr>Exemplos</vt:lpstr>
      <vt:lpstr>Como criar conteúdo</vt:lpstr>
      <vt:lpstr>A AWS não aceita conteúdo 100% gerado por IA</vt:lpstr>
      <vt:lpstr>A IA acelera, o autor decide</vt:lpstr>
      <vt:lpstr>Claude</vt:lpstr>
      <vt:lpstr>Notebook LLM</vt:lpstr>
      <vt:lpstr>ChatGPT / Gemini</vt:lpstr>
      <vt:lpstr>AWS Summit São Paulo</vt:lpstr>
      <vt:lpstr>Ideias do que fazer no Summit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Emily Souza Lima</dc:creator>
  <cp:lastModifiedBy>Thiago Nunes Marques</cp:lastModifiedBy>
  <cp:revision>8</cp:revision>
  <dcterms:created xsi:type="dcterms:W3CDTF">2023-01-26T19:04:38Z</dcterms:created>
  <dcterms:modified xsi:type="dcterms:W3CDTF">2026-10-22T12:58:25Z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0x01010070A527001218D643BCE2CB5010569311</vt:lpwstr>
  </property>
  <property fmtid="{D5CDD505-2E9C-101B-9397-08002B2CF9AE}" pid="4" name="MSIP_Label_608b97d0-2adb-46cd-808f-e47c6343c4a2_Enabled">
    <vt:lpwstr>true</vt:lpwstr>
  </property>
  <property fmtid="{D5CDD505-2E9C-101B-9397-08002B2CF9AE}" pid="5" name="MSIP_Label_608b97d0-2adb-46cd-808f-e47c6343c4a2_SetDate">
    <vt:lpwstr>2026-10-15T13:06:43Z</vt:lpwstr>
  </property>
  <property fmtid="{D5CDD505-2E9C-101B-9397-08002B2CF9AE}" pid="6" name="MSIP_Label_608b97d0-2adb-46cd-808f-e47c6343c4a2_Method">
    <vt:lpwstr>Privileged</vt:lpwstr>
  </property>
  <property fmtid="{D5CDD505-2E9C-101B-9397-08002B2CF9AE}" pid="7" name="MSIP_Label_608b97d0-2adb-46cd-808f-e47c6343c4a2_Name">
    <vt:lpwstr>Interno</vt:lpwstr>
  </property>
  <property fmtid="{D5CDD505-2E9C-101B-9397-08002B2CF9AE}" pid="8" name="MSIP_Label_608b97d0-2adb-46cd-808f-e47c6343c4a2_SiteId">
    <vt:lpwstr>538a9031-c50a-4bfd-80d8-0bdef0c18b09</vt:lpwstr>
  </property>
  <property fmtid="{D5CDD505-2E9C-101B-9397-08002B2CF9AE}" pid="9" name="MSIP_Label_608b97d0-2adb-46cd-808f-e47c6343c4a2_ActionId">
    <vt:lpwstr>ca3e0b62-bdae-4941-9de3-48df3e8c567a</vt:lpwstr>
  </property>
  <property fmtid="{D5CDD505-2E9C-101B-9397-08002B2CF9AE}" pid="10" name="MSIP_Label_608b97d0-2adb-46cd-808f-e47c6343c4a2_ContentBits">
    <vt:lpwstr>3</vt:lpwstr>
  </property>
  <property fmtid="{D5CDD505-2E9C-101B-9397-08002B2CF9AE}" pid="11" name="MSIP_Label_608b97d0-2adb-46cd-808f-e47c6343c4a2_Tag">
    <vt:lpwstr>10, 0, 1, 1</vt:lpwstr>
  </property>
  <property fmtid="{D5CDD505-2E9C-101B-9397-08002B2CF9AE}" pid="12" name="ClassificationContentMarkingFooterLocations">
    <vt:lpwstr>Darede:8</vt:lpwstr>
  </property>
  <property fmtid="{D5CDD505-2E9C-101B-9397-08002B2CF9AE}" pid="13" name="ClassificationContentMarkingFooterText">
    <vt:lpwstr>[Documento Interno - Darede Serviços de TI LTDA]</vt:lpwstr>
  </property>
  <property fmtid="{D5CDD505-2E9C-101B-9397-08002B2CF9AE}" pid="14" name="ClassificationContentMarkingHeaderLocations">
    <vt:lpwstr>Darede:7</vt:lpwstr>
  </property>
  <property fmtid="{D5CDD505-2E9C-101B-9397-08002B2CF9AE}" pid="15" name="ClassificationContentMarkingHeaderText">
    <vt:lpwstr>[Documento Interno - Darede Serviços de TI LTDA]</vt:lpwstr>
  </property>
</Properties>
</file>