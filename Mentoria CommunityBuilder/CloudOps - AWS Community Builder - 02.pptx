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4"/>
  </p:sldMasterIdLst>
  <p:notesMasterIdLst>
    <p:notesMasterId r:id="rId14"/>
  </p:notesMasterIdLst>
  <p:handoutMasterIdLst>
    <p:handoutMasterId r:id="rId15"/>
  </p:handoutMasterIdLst>
  <p:sldIdLst>
    <p:sldId id="2147483591" r:id="rId5"/>
    <p:sldId id="2147483532" r:id="rId6"/>
    <p:sldId id="2147483572" r:id="rId7"/>
    <p:sldId id="2147483592" r:id="rId8"/>
    <p:sldId id="2147483593" r:id="rId9"/>
    <p:sldId id="2147483594" r:id="rId10"/>
    <p:sldId id="2147483595" r:id="rId11"/>
    <p:sldId id="2147483596" r:id="rId12"/>
    <p:sldId id="2147483597" r:id="rId13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B54A346-E51F-4310-A6B4-CD7A009FBFBC}">
          <p14:sldIdLst>
            <p14:sldId id="2147483591"/>
            <p14:sldId id="2147483532"/>
            <p14:sldId id="2147483572"/>
            <p14:sldId id="2147483592"/>
            <p14:sldId id="2147483593"/>
            <p14:sldId id="2147483594"/>
            <p14:sldId id="2147483595"/>
            <p14:sldId id="2147483596"/>
            <p14:sldId id="21474835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2FE7021-C8C4-9B53-528C-497F12266844}" name="Thiago Nunes Marques" initials="TM" userId="S::thiago.marques@darede.com.br::dce263a7-ad90-4d73-8fe4-82134c2baa66" providerId="AD"/>
  <p188:author id="{BE252553-09B2-545D-D89C-A9C1DA2A98D0}" name="Cintia Domingues Holanda" initials="CH" userId="S::cintia.holanda@darede.com.br::6ca610bf-6e6c-4cdd-a9a9-1186570db458" providerId="AD"/>
  <p188:author id="{2EAD42B3-5ACB-5D25-7C56-56F4DE132B93}" name="Lucas Cardoso" initials="LC" userId="S::lucas.cardoso@darede.com.br::d0f328cb-8f7b-4de2-8ed6-63cf57f8bc94" providerId="AD"/>
  <p188:author id="{CF9FCDD1-8D62-22BE-E870-F60BE0E6B9F1}" name="Ricardo Amaral Caeiro" initials="RC" userId="S::ricardo.caeiro@darede.com.br::dc0defa8-b03c-46a7-8b95-907bce82c3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21B"/>
    <a:srgbClr val="D9D912"/>
    <a:srgbClr val="000000"/>
    <a:srgbClr val="0C502C"/>
    <a:srgbClr val="F1A22D"/>
    <a:srgbClr val="077F5A"/>
    <a:srgbClr val="0F4E32"/>
    <a:srgbClr val="92D050"/>
    <a:srgbClr val="C9E7CC"/>
    <a:srgbClr val="75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BE608D-95B2-4C2F-A84B-6127F0B5B50A}" v="1" dt="2026-10-20T19:56:26.527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72" y="1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Nunes Marques" userId="dce263a7-ad90-4d73-8fe4-82134c2baa66" providerId="ADAL" clId="{3CD70271-57F3-4E4E-BB86-D11C6874D2FE}"/>
    <pc:docChg chg="custSel addSld delSld modSld addMainMaster delMainMaster modSection">
      <pc:chgData name="Thiago Nunes Marques" userId="dce263a7-ad90-4d73-8fe4-82134c2baa66" providerId="ADAL" clId="{3CD70271-57F3-4E4E-BB86-D11C6874D2FE}" dt="2026-10-20T20:27:27.339" v="30" actId="47"/>
      <pc:docMkLst>
        <pc:docMk/>
      </pc:docMkLst>
      <pc:sldChg chg="modSp mod modClrScheme chgLayout">
        <pc:chgData name="Thiago Nunes Marques" userId="dce263a7-ad90-4d73-8fe4-82134c2baa66" providerId="ADAL" clId="{3CD70271-57F3-4E4E-BB86-D11C6874D2FE}" dt="2026-10-20T20:04:20.872" v="2"/>
        <pc:sldMkLst>
          <pc:docMk/>
          <pc:sldMk cId="4210951866" sldId="2147483532"/>
        </pc:sldMkLst>
        <pc:spChg chg="mod ord">
          <ac:chgData name="Thiago Nunes Marques" userId="dce263a7-ad90-4d73-8fe4-82134c2baa66" providerId="ADAL" clId="{3CD70271-57F3-4E4E-BB86-D11C6874D2FE}" dt="2026-10-20T20:04:20.872" v="2"/>
          <ac:spMkLst>
            <pc:docMk/>
            <pc:sldMk cId="4210951866" sldId="2147483532"/>
            <ac:spMk id="2" creationId="{20732363-0242-D53C-56B7-28DCCC8801CF}"/>
          </ac:spMkLst>
        </pc:spChg>
        <pc:spChg chg="mod ord">
          <ac:chgData name="Thiago Nunes Marques" userId="dce263a7-ad90-4d73-8fe4-82134c2baa66" providerId="ADAL" clId="{3CD70271-57F3-4E4E-BB86-D11C6874D2FE}" dt="2026-10-20T20:04:20.872" v="2"/>
          <ac:spMkLst>
            <pc:docMk/>
            <pc:sldMk cId="4210951866" sldId="2147483532"/>
            <ac:spMk id="3" creationId="{CB71C162-ECC0-3340-802D-061566BC3B30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20:04:20.872" v="3"/>
        <pc:sldMkLst>
          <pc:docMk/>
          <pc:sldMk cId="1832916262" sldId="2147483572"/>
        </pc:sldMkLst>
        <pc:spChg chg="mod ord">
          <ac:chgData name="Thiago Nunes Marques" userId="dce263a7-ad90-4d73-8fe4-82134c2baa66" providerId="ADAL" clId="{3CD70271-57F3-4E4E-BB86-D11C6874D2FE}" dt="2026-10-20T20:04:20.872" v="3"/>
          <ac:spMkLst>
            <pc:docMk/>
            <pc:sldMk cId="1832916262" sldId="2147483572"/>
            <ac:spMk id="2" creationId="{E4367D7D-35E3-8C30-DDEA-63F078331CD1}"/>
          </ac:spMkLst>
        </pc:spChg>
      </pc:sldChg>
      <pc:sldChg chg="modSp del mod modClrScheme chgLayout">
        <pc:chgData name="Thiago Nunes Marques" userId="dce263a7-ad90-4d73-8fe4-82134c2baa66" providerId="ADAL" clId="{3CD70271-57F3-4E4E-BB86-D11C6874D2FE}" dt="2026-10-20T20:27:27.339" v="30" actId="47"/>
        <pc:sldMkLst>
          <pc:docMk/>
          <pc:sldMk cId="919904712" sldId="2147483579"/>
        </pc:sldMkLst>
        <pc:spChg chg="mod ord">
          <ac:chgData name="Thiago Nunes Marques" userId="dce263a7-ad90-4d73-8fe4-82134c2baa66" providerId="ADAL" clId="{3CD70271-57F3-4E4E-BB86-D11C6874D2FE}" dt="2026-10-20T20:04:20.910" v="10"/>
          <ac:spMkLst>
            <pc:docMk/>
            <pc:sldMk cId="919904712" sldId="2147483579"/>
            <ac:spMk id="2" creationId="{770BBE43-0656-E25F-C19A-1347729FF31D}"/>
          </ac:spMkLst>
        </pc:spChg>
      </pc:sldChg>
      <pc:sldChg chg="modSp del mod modClrScheme chgLayout">
        <pc:chgData name="Thiago Nunes Marques" userId="dce263a7-ad90-4d73-8fe4-82134c2baa66" providerId="ADAL" clId="{3CD70271-57F3-4E4E-BB86-D11C6874D2FE}" dt="2026-10-20T20:27:27.339" v="30" actId="47"/>
        <pc:sldMkLst>
          <pc:docMk/>
          <pc:sldMk cId="2044917015" sldId="2147483580"/>
        </pc:sldMkLst>
        <pc:spChg chg="mod ord">
          <ac:chgData name="Thiago Nunes Marques" userId="dce263a7-ad90-4d73-8fe4-82134c2baa66" providerId="ADAL" clId="{3CD70271-57F3-4E4E-BB86-D11C6874D2FE}" dt="2026-10-20T20:04:20.911" v="11"/>
          <ac:spMkLst>
            <pc:docMk/>
            <pc:sldMk cId="2044917015" sldId="2147483580"/>
            <ac:spMk id="2" creationId="{D2F646FC-3E7D-7D02-3406-186F77C56C21}"/>
          </ac:spMkLst>
        </pc:spChg>
      </pc:sldChg>
      <pc:sldChg chg="modSp del mod modClrScheme chgLayout">
        <pc:chgData name="Thiago Nunes Marques" userId="dce263a7-ad90-4d73-8fe4-82134c2baa66" providerId="ADAL" clId="{3CD70271-57F3-4E4E-BB86-D11C6874D2FE}" dt="2026-10-20T20:27:27.339" v="30" actId="47"/>
        <pc:sldMkLst>
          <pc:docMk/>
          <pc:sldMk cId="3178370582" sldId="2147483581"/>
        </pc:sldMkLst>
        <pc:spChg chg="mod ord">
          <ac:chgData name="Thiago Nunes Marques" userId="dce263a7-ad90-4d73-8fe4-82134c2baa66" providerId="ADAL" clId="{3CD70271-57F3-4E4E-BB86-D11C6874D2FE}" dt="2026-10-20T20:04:20.913" v="12"/>
          <ac:spMkLst>
            <pc:docMk/>
            <pc:sldMk cId="3178370582" sldId="2147483581"/>
            <ac:spMk id="2" creationId="{6F234071-D32E-A462-F45E-1D60BD693FDA}"/>
          </ac:spMkLst>
        </pc:spChg>
      </pc:sldChg>
      <pc:sldChg chg="del">
        <pc:chgData name="Thiago Nunes Marques" userId="dce263a7-ad90-4d73-8fe4-82134c2baa66" providerId="ADAL" clId="{3CD70271-57F3-4E4E-BB86-D11C6874D2FE}" dt="2026-10-20T20:04:20.729" v="1"/>
        <pc:sldMkLst>
          <pc:docMk/>
          <pc:sldMk cId="3722340000" sldId="2147483583"/>
        </pc:sldMkLst>
      </pc:sldChg>
      <pc:sldChg chg="addSp modSp del mod modClrScheme chgLayout">
        <pc:chgData name="Thiago Nunes Marques" userId="dce263a7-ad90-4d73-8fe4-82134c2baa66" providerId="ADAL" clId="{3CD70271-57F3-4E4E-BB86-D11C6874D2FE}" dt="2026-10-20T20:04:33.842" v="17"/>
        <pc:sldMkLst>
          <pc:docMk/>
          <pc:sldMk cId="1213485104" sldId="2147483584"/>
        </pc:sldMkLst>
        <pc:spChg chg="mod ord">
          <ac:chgData name="Thiago Nunes Marques" userId="dce263a7-ad90-4d73-8fe4-82134c2baa66" providerId="ADAL" clId="{3CD70271-57F3-4E4E-BB86-D11C6874D2FE}" dt="2026-10-20T20:04:20.880" v="4"/>
          <ac:spMkLst>
            <pc:docMk/>
            <pc:sldMk cId="1213485104" sldId="2147483584"/>
            <ac:spMk id="2" creationId="{7E996A2B-D2A5-9594-40B7-494AB5ED98D3}"/>
          </ac:spMkLst>
        </pc:spChg>
        <pc:spChg chg="add mod ord">
          <ac:chgData name="Thiago Nunes Marques" userId="dce263a7-ad90-4d73-8fe4-82134c2baa66" providerId="ADAL" clId="{3CD70271-57F3-4E4E-BB86-D11C6874D2FE}" dt="2026-10-20T20:04:20.880" v="4"/>
          <ac:spMkLst>
            <pc:docMk/>
            <pc:sldMk cId="1213485104" sldId="2147483584"/>
            <ac:spMk id="15" creationId="{F6AFE50A-8F30-6E46-70AC-118D45AFF6EA}"/>
          </ac:spMkLst>
        </pc:spChg>
      </pc:sldChg>
      <pc:sldChg chg="addSp modSp del mod modClrScheme chgLayout">
        <pc:chgData name="Thiago Nunes Marques" userId="dce263a7-ad90-4d73-8fe4-82134c2baa66" providerId="ADAL" clId="{3CD70271-57F3-4E4E-BB86-D11C6874D2FE}" dt="2026-10-20T20:04:37.088" v="19"/>
        <pc:sldMkLst>
          <pc:docMk/>
          <pc:sldMk cId="3016792273" sldId="2147483585"/>
        </pc:sldMkLst>
        <pc:spChg chg="mod ord">
          <ac:chgData name="Thiago Nunes Marques" userId="dce263a7-ad90-4d73-8fe4-82134c2baa66" providerId="ADAL" clId="{3CD70271-57F3-4E4E-BB86-D11C6874D2FE}" dt="2026-10-20T20:04:20.886" v="5"/>
          <ac:spMkLst>
            <pc:docMk/>
            <pc:sldMk cId="3016792273" sldId="2147483585"/>
            <ac:spMk id="2" creationId="{9CD051EB-2FE5-02E2-FBC7-4BA8966BD94B}"/>
          </ac:spMkLst>
        </pc:spChg>
        <pc:spChg chg="add mod ord">
          <ac:chgData name="Thiago Nunes Marques" userId="dce263a7-ad90-4d73-8fe4-82134c2baa66" providerId="ADAL" clId="{3CD70271-57F3-4E4E-BB86-D11C6874D2FE}" dt="2026-10-20T20:04:20.886" v="5"/>
          <ac:spMkLst>
            <pc:docMk/>
            <pc:sldMk cId="3016792273" sldId="2147483585"/>
            <ac:spMk id="23" creationId="{6B07B69E-CEC1-0194-8CF5-78E791A09CEC}"/>
          </ac:spMkLst>
        </pc:spChg>
      </pc:sldChg>
      <pc:sldChg chg="addSp modSp del mod modClrScheme chgLayout">
        <pc:chgData name="Thiago Nunes Marques" userId="dce263a7-ad90-4d73-8fe4-82134c2baa66" providerId="ADAL" clId="{3CD70271-57F3-4E4E-BB86-D11C6874D2FE}" dt="2026-10-20T20:04:40.339" v="21"/>
        <pc:sldMkLst>
          <pc:docMk/>
          <pc:sldMk cId="4241584826" sldId="2147483586"/>
        </pc:sldMkLst>
        <pc:spChg chg="mod ord">
          <ac:chgData name="Thiago Nunes Marques" userId="dce263a7-ad90-4d73-8fe4-82134c2baa66" providerId="ADAL" clId="{3CD70271-57F3-4E4E-BB86-D11C6874D2FE}" dt="2026-10-20T20:04:20.893" v="6"/>
          <ac:spMkLst>
            <pc:docMk/>
            <pc:sldMk cId="4241584826" sldId="2147483586"/>
            <ac:spMk id="2" creationId="{7458A333-56F3-6D28-2714-2D648A1C2BF6}"/>
          </ac:spMkLst>
        </pc:spChg>
        <pc:spChg chg="add mod ord">
          <ac:chgData name="Thiago Nunes Marques" userId="dce263a7-ad90-4d73-8fe4-82134c2baa66" providerId="ADAL" clId="{3CD70271-57F3-4E4E-BB86-D11C6874D2FE}" dt="2026-10-20T20:04:20.893" v="6"/>
          <ac:spMkLst>
            <pc:docMk/>
            <pc:sldMk cId="4241584826" sldId="2147483586"/>
            <ac:spMk id="24" creationId="{7A1E4843-3964-C59B-1957-F3324F7878DD}"/>
          </ac:spMkLst>
        </pc:spChg>
      </pc:sldChg>
      <pc:sldChg chg="addSp modSp del mod modClrScheme chgLayout">
        <pc:chgData name="Thiago Nunes Marques" userId="dce263a7-ad90-4d73-8fe4-82134c2baa66" providerId="ADAL" clId="{3CD70271-57F3-4E4E-BB86-D11C6874D2FE}" dt="2026-10-20T20:04:43.488" v="23"/>
        <pc:sldMkLst>
          <pc:docMk/>
          <pc:sldMk cId="2171817125" sldId="2147483587"/>
        </pc:sldMkLst>
        <pc:spChg chg="mod ord">
          <ac:chgData name="Thiago Nunes Marques" userId="dce263a7-ad90-4d73-8fe4-82134c2baa66" providerId="ADAL" clId="{3CD70271-57F3-4E4E-BB86-D11C6874D2FE}" dt="2026-10-20T20:04:20.899" v="7"/>
          <ac:spMkLst>
            <pc:docMk/>
            <pc:sldMk cId="2171817125" sldId="2147483587"/>
            <ac:spMk id="2" creationId="{F4C56BCB-C684-E57B-D835-0DE9FA4FA421}"/>
          </ac:spMkLst>
        </pc:spChg>
        <pc:spChg chg="add mod ord">
          <ac:chgData name="Thiago Nunes Marques" userId="dce263a7-ad90-4d73-8fe4-82134c2baa66" providerId="ADAL" clId="{3CD70271-57F3-4E4E-BB86-D11C6874D2FE}" dt="2026-10-20T20:04:20.899" v="7"/>
          <ac:spMkLst>
            <pc:docMk/>
            <pc:sldMk cId="2171817125" sldId="2147483587"/>
            <ac:spMk id="15" creationId="{CA2B7683-73AB-9005-470B-DEC48F3FEE29}"/>
          </ac:spMkLst>
        </pc:spChg>
      </pc:sldChg>
      <pc:sldChg chg="addSp modSp del mod modClrScheme chgLayout">
        <pc:chgData name="Thiago Nunes Marques" userId="dce263a7-ad90-4d73-8fe4-82134c2baa66" providerId="ADAL" clId="{3CD70271-57F3-4E4E-BB86-D11C6874D2FE}" dt="2026-10-20T20:04:46.581" v="25"/>
        <pc:sldMkLst>
          <pc:docMk/>
          <pc:sldMk cId="4220940918" sldId="2147483588"/>
        </pc:sldMkLst>
        <pc:spChg chg="mod ord">
          <ac:chgData name="Thiago Nunes Marques" userId="dce263a7-ad90-4d73-8fe4-82134c2baa66" providerId="ADAL" clId="{3CD70271-57F3-4E4E-BB86-D11C6874D2FE}" dt="2026-10-20T20:04:20.904" v="8"/>
          <ac:spMkLst>
            <pc:docMk/>
            <pc:sldMk cId="4220940918" sldId="2147483588"/>
            <ac:spMk id="2" creationId="{2D9D484C-6458-029A-93F5-06B5AA69F929}"/>
          </ac:spMkLst>
        </pc:spChg>
        <pc:spChg chg="add mod ord">
          <ac:chgData name="Thiago Nunes Marques" userId="dce263a7-ad90-4d73-8fe4-82134c2baa66" providerId="ADAL" clId="{3CD70271-57F3-4E4E-BB86-D11C6874D2FE}" dt="2026-10-20T20:04:20.904" v="8"/>
          <ac:spMkLst>
            <pc:docMk/>
            <pc:sldMk cId="4220940918" sldId="2147483588"/>
            <ac:spMk id="3" creationId="{598968E6-1CB2-7D8C-6785-7EFF01609227}"/>
          </ac:spMkLst>
        </pc:spChg>
      </pc:sldChg>
      <pc:sldChg chg="addSp modSp del mod modClrScheme chgLayout">
        <pc:chgData name="Thiago Nunes Marques" userId="dce263a7-ad90-4d73-8fe4-82134c2baa66" providerId="ADAL" clId="{3CD70271-57F3-4E4E-BB86-D11C6874D2FE}" dt="2026-10-20T20:04:49.959" v="27"/>
        <pc:sldMkLst>
          <pc:docMk/>
          <pc:sldMk cId="992697479" sldId="2147483589"/>
        </pc:sldMkLst>
        <pc:spChg chg="mod ord">
          <ac:chgData name="Thiago Nunes Marques" userId="dce263a7-ad90-4d73-8fe4-82134c2baa66" providerId="ADAL" clId="{3CD70271-57F3-4E4E-BB86-D11C6874D2FE}" dt="2026-10-20T20:04:20.909" v="9"/>
          <ac:spMkLst>
            <pc:docMk/>
            <pc:sldMk cId="992697479" sldId="2147483589"/>
            <ac:spMk id="2" creationId="{0332C1BC-8D73-88C3-598E-48E6C5142FF9}"/>
          </ac:spMkLst>
        </pc:spChg>
        <pc:spChg chg="add mod ord">
          <ac:chgData name="Thiago Nunes Marques" userId="dce263a7-ad90-4d73-8fe4-82134c2baa66" providerId="ADAL" clId="{3CD70271-57F3-4E4E-BB86-D11C6874D2FE}" dt="2026-10-20T20:04:20.909" v="9"/>
          <ac:spMkLst>
            <pc:docMk/>
            <pc:sldMk cId="992697479" sldId="2147483589"/>
            <ac:spMk id="6" creationId="{F06455EF-5772-F2A8-9DA0-EC00186916EE}"/>
          </ac:spMkLst>
        </pc:spChg>
      </pc:sldChg>
      <pc:sldChg chg="addSp modSp del mod modClrScheme chgLayout">
        <pc:chgData name="Thiago Nunes Marques" userId="dce263a7-ad90-4d73-8fe4-82134c2baa66" providerId="ADAL" clId="{3CD70271-57F3-4E4E-BB86-D11C6874D2FE}" dt="2026-10-20T20:04:51.640" v="29"/>
        <pc:sldMkLst>
          <pc:docMk/>
          <pc:sldMk cId="2529847233" sldId="2147483590"/>
        </pc:sldMkLst>
        <pc:spChg chg="mod ord">
          <ac:chgData name="Thiago Nunes Marques" userId="dce263a7-ad90-4d73-8fe4-82134c2baa66" providerId="ADAL" clId="{3CD70271-57F3-4E4E-BB86-D11C6874D2FE}" dt="2026-10-20T20:04:20.920" v="13"/>
          <ac:spMkLst>
            <pc:docMk/>
            <pc:sldMk cId="2529847233" sldId="2147483590"/>
            <ac:spMk id="2" creationId="{9E596C13-915F-3A28-B226-D1C9A61268C4}"/>
          </ac:spMkLst>
        </pc:spChg>
        <pc:spChg chg="add mod ord">
          <ac:chgData name="Thiago Nunes Marques" userId="dce263a7-ad90-4d73-8fe4-82134c2baa66" providerId="ADAL" clId="{3CD70271-57F3-4E4E-BB86-D11C6874D2FE}" dt="2026-10-20T20:04:20.920" v="13"/>
          <ac:spMkLst>
            <pc:docMk/>
            <pc:sldMk cId="2529847233" sldId="2147483590"/>
            <ac:spMk id="7" creationId="{77E3D2A2-C691-CE87-1EEC-D63767B8DD61}"/>
          </ac:spMkLst>
        </pc:spChg>
      </pc:sldChg>
      <pc:sldChg chg="add">
        <pc:chgData name="Thiago Nunes Marques" userId="dce263a7-ad90-4d73-8fe4-82134c2baa66" providerId="ADAL" clId="{3CD70271-57F3-4E4E-BB86-D11C6874D2FE}" dt="2026-10-20T20:04:20.657" v="0"/>
        <pc:sldMkLst>
          <pc:docMk/>
          <pc:sldMk cId="3018450068" sldId="2147483591"/>
        </pc:sldMkLst>
      </pc:sldChg>
      <pc:sldChg chg="add">
        <pc:chgData name="Thiago Nunes Marques" userId="dce263a7-ad90-4d73-8fe4-82134c2baa66" providerId="ADAL" clId="{3CD70271-57F3-4E4E-BB86-D11C6874D2FE}" dt="2026-10-20T20:04:33.770" v="16"/>
        <pc:sldMkLst>
          <pc:docMk/>
          <pc:sldMk cId="2289418839" sldId="2147483592"/>
        </pc:sldMkLst>
      </pc:sldChg>
      <pc:sldChg chg="new del">
        <pc:chgData name="Thiago Nunes Marques" userId="dce263a7-ad90-4d73-8fe4-82134c2baa66" providerId="ADAL" clId="{3CD70271-57F3-4E4E-BB86-D11C6874D2FE}" dt="2026-10-20T20:04:21.075" v="15"/>
        <pc:sldMkLst>
          <pc:docMk/>
          <pc:sldMk cId="4121721808" sldId="2147483592"/>
        </pc:sldMkLst>
      </pc:sldChg>
      <pc:sldChg chg="add">
        <pc:chgData name="Thiago Nunes Marques" userId="dce263a7-ad90-4d73-8fe4-82134c2baa66" providerId="ADAL" clId="{3CD70271-57F3-4E4E-BB86-D11C6874D2FE}" dt="2026-10-20T20:04:37.016" v="18"/>
        <pc:sldMkLst>
          <pc:docMk/>
          <pc:sldMk cId="867155175" sldId="2147483593"/>
        </pc:sldMkLst>
      </pc:sldChg>
      <pc:sldChg chg="add">
        <pc:chgData name="Thiago Nunes Marques" userId="dce263a7-ad90-4d73-8fe4-82134c2baa66" providerId="ADAL" clId="{3CD70271-57F3-4E4E-BB86-D11C6874D2FE}" dt="2026-10-20T20:04:40.220" v="20"/>
        <pc:sldMkLst>
          <pc:docMk/>
          <pc:sldMk cId="855856402" sldId="2147483594"/>
        </pc:sldMkLst>
      </pc:sldChg>
      <pc:sldChg chg="add">
        <pc:chgData name="Thiago Nunes Marques" userId="dce263a7-ad90-4d73-8fe4-82134c2baa66" providerId="ADAL" clId="{3CD70271-57F3-4E4E-BB86-D11C6874D2FE}" dt="2026-10-20T20:04:43.423" v="22"/>
        <pc:sldMkLst>
          <pc:docMk/>
          <pc:sldMk cId="2685646836" sldId="2147483595"/>
        </pc:sldMkLst>
      </pc:sldChg>
      <pc:sldChg chg="add">
        <pc:chgData name="Thiago Nunes Marques" userId="dce263a7-ad90-4d73-8fe4-82134c2baa66" providerId="ADAL" clId="{3CD70271-57F3-4E4E-BB86-D11C6874D2FE}" dt="2026-10-20T20:04:46.526" v="24"/>
        <pc:sldMkLst>
          <pc:docMk/>
          <pc:sldMk cId="1897413683" sldId="2147483596"/>
        </pc:sldMkLst>
      </pc:sldChg>
      <pc:sldChg chg="add">
        <pc:chgData name="Thiago Nunes Marques" userId="dce263a7-ad90-4d73-8fe4-82134c2baa66" providerId="ADAL" clId="{3CD70271-57F3-4E4E-BB86-D11C6874D2FE}" dt="2026-10-20T20:04:49.877" v="26"/>
        <pc:sldMkLst>
          <pc:docMk/>
          <pc:sldMk cId="1036886619" sldId="2147483597"/>
        </pc:sldMkLst>
      </pc:sldChg>
      <pc:sldChg chg="add del">
        <pc:chgData name="Thiago Nunes Marques" userId="dce263a7-ad90-4d73-8fe4-82134c2baa66" providerId="ADAL" clId="{3CD70271-57F3-4E4E-BB86-D11C6874D2FE}" dt="2026-10-20T20:27:27.339" v="30" actId="47"/>
        <pc:sldMkLst>
          <pc:docMk/>
          <pc:sldMk cId="1490197021" sldId="2147483598"/>
        </pc:sldMkLst>
      </pc:sldChg>
      <pc:sldMasterChg chg="del delSldLayout">
        <pc:chgData name="Thiago Nunes Marques" userId="dce263a7-ad90-4d73-8fe4-82134c2baa66" providerId="ADAL" clId="{3CD70271-57F3-4E4E-BB86-D11C6874D2FE}" dt="2026-10-20T20:04:21.075" v="15"/>
        <pc:sldMasterMkLst>
          <pc:docMk/>
          <pc:sldMasterMk cId="1373643741" sldId="2147483956"/>
        </pc:sldMasterMkLst>
        <pc:sldLayoutChg chg="del">
          <pc:chgData name="Thiago Nunes Marques" userId="dce263a7-ad90-4d73-8fe4-82134c2baa66" providerId="ADAL" clId="{3CD70271-57F3-4E4E-BB86-D11C6874D2FE}" dt="2026-10-20T20:04:20.729" v="1"/>
          <pc:sldLayoutMkLst>
            <pc:docMk/>
            <pc:sldMasterMk cId="1373643741" sldId="2147483956"/>
            <pc:sldLayoutMk cId="845079690" sldId="2147483902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3314870587" sldId="2147483903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4064614008" sldId="2147483904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082266506" sldId="2147483905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4204782547" sldId="2147483906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4178783965" sldId="2147483907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845579273" sldId="2147483908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467024258" sldId="2147483909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3026574099" sldId="2147483910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35081097" sldId="2147483911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026954715" sldId="2147483912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503350492" sldId="2147483913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4276239370" sldId="2147483914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079178707" sldId="2147483915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809553432" sldId="2147483916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690510249" sldId="2147483917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064585424" sldId="2147483918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3594699878" sldId="2147483919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860788858" sldId="2147483920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96290113" sldId="2147483921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4290131970" sldId="2147483922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145478719" sldId="2147483923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641355855" sldId="2147483924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567001699" sldId="2147483925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707413817" sldId="2147483926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633584631" sldId="2147483927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504218184" sldId="2147483928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139778058" sldId="2147483929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813867842" sldId="2147483930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286816779" sldId="2147483931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849860798" sldId="2147483932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898410395" sldId="2147483933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953946941" sldId="2147483934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333108694" sldId="2147483935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3934005334" sldId="2147483936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3960236317" sldId="2147483937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511479117" sldId="2147483938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20610665" sldId="2147483939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099581988" sldId="2147483940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3591358847" sldId="2147483941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124535195" sldId="2147483942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204482559" sldId="2147483943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992485331" sldId="2147483944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3177287686" sldId="2147483945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3476979649" sldId="2147483946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1537686277" sldId="2147483947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4246727253" sldId="2147483948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557563814" sldId="2147483949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135712692" sldId="2147483950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547807603" sldId="2147483951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2360959198" sldId="2147483952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3330699624" sldId="2147483953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3398281277" sldId="2147483954"/>
          </pc:sldLayoutMkLst>
        </pc:sldLayoutChg>
        <pc:sldLayoutChg chg="del">
          <pc:chgData name="Thiago Nunes Marques" userId="dce263a7-ad90-4d73-8fe4-82134c2baa66" providerId="ADAL" clId="{3CD70271-57F3-4E4E-BB86-D11C6874D2FE}" dt="2026-10-20T20:04:21.075" v="15"/>
          <pc:sldLayoutMkLst>
            <pc:docMk/>
            <pc:sldMasterMk cId="1373643741" sldId="2147483956"/>
            <pc:sldLayoutMk cId="57245370" sldId="2147483955"/>
          </pc:sldLayoutMkLst>
        </pc:sldLayoutChg>
      </pc:sldMasterChg>
      <pc:sldMasterChg chg="add addSldLayout delSldLayout">
        <pc:chgData name="Thiago Nunes Marques" userId="dce263a7-ad90-4d73-8fe4-82134c2baa66" providerId="ADAL" clId="{3CD70271-57F3-4E4E-BB86-D11C6874D2FE}" dt="2026-10-20T20:27:27.339" v="30" actId="47"/>
        <pc:sldMasterMkLst>
          <pc:docMk/>
          <pc:sldMasterMk cId="1373643741" sldId="2147484011"/>
        </pc:sldMasterMkLst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845079690" sldId="2147483957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3314870587" sldId="2147483958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4064614008" sldId="2147483959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082266506" sldId="2147483960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4204782547" sldId="2147483961"/>
          </pc:sldLayoutMkLst>
        </pc:sldLayoutChg>
        <pc:sldLayoutChg chg="add del">
          <pc:chgData name="Thiago Nunes Marques" userId="dce263a7-ad90-4d73-8fe4-82134c2baa66" providerId="ADAL" clId="{3CD70271-57F3-4E4E-BB86-D11C6874D2FE}" dt="2026-10-20T20:27:27.339" v="30" actId="47"/>
          <pc:sldLayoutMkLst>
            <pc:docMk/>
            <pc:sldMasterMk cId="1373643741" sldId="2147484011"/>
            <pc:sldLayoutMk cId="4178783965" sldId="2147483962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845579273" sldId="2147483963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467024258" sldId="2147483964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3026574099" sldId="2147483965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35081097" sldId="2147483966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026954715" sldId="2147483967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503350492" sldId="2147483968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4276239370" sldId="2147483969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079178707" sldId="2147483970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809553432" sldId="2147483971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690510249" sldId="2147483972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064585424" sldId="2147483973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3594699878" sldId="2147483974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860788858" sldId="2147483975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96290113" sldId="2147483976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4290131970" sldId="2147483977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145478719" sldId="2147483978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641355855" sldId="2147483979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567001699" sldId="2147483980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707413817" sldId="2147483981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633584631" sldId="2147483982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504218184" sldId="2147483983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139778058" sldId="2147483984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813867842" sldId="2147483985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286816779" sldId="2147483986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849860798" sldId="2147483987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898410395" sldId="2147483988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953946941" sldId="2147483989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333108694" sldId="2147483990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3934005334" sldId="2147483991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3960236317" sldId="2147483992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511479117" sldId="2147483993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20610665" sldId="2147483994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099581988" sldId="2147483995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3591358847" sldId="2147483996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124535195" sldId="2147483997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204482559" sldId="2147483998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992485331" sldId="2147483999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3177287686" sldId="2147484000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3476979649" sldId="2147484001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1537686277" sldId="2147484002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4246727253" sldId="2147484003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557563814" sldId="2147484004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135712692" sldId="2147484005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547807603" sldId="2147484006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2360959198" sldId="2147484007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3330699624" sldId="2147484008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3398281277" sldId="2147484009"/>
          </pc:sldLayoutMkLst>
        </pc:sldLayoutChg>
        <pc:sldLayoutChg chg="add">
          <pc:chgData name="Thiago Nunes Marques" userId="dce263a7-ad90-4d73-8fe4-82134c2baa66" providerId="ADAL" clId="{3CD70271-57F3-4E4E-BB86-D11C6874D2FE}" dt="2026-10-20T20:04:20.657" v="0"/>
          <pc:sldLayoutMkLst>
            <pc:docMk/>
            <pc:sldMasterMk cId="1373643741" sldId="2147484011"/>
            <pc:sldLayoutMk cId="57245370" sldId="214748401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AB3CE755-960B-D4CE-B08B-7ECC868D35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4847F2-2A2D-AF76-416B-C1AAEB897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406DAB2-0FC3-43C7-914D-3104E5981E09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D9D867-7CA6-FB18-FFB0-9D7043282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B8FC81-4C88-1501-8734-F2F9579C3D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C125263-6D87-42D1-B7AF-0B58522CFD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366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F5D03E3-D66C-4B19-A04F-D652BE3D20B8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CC21184-9350-4909-9B56-C0149CDE53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9751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ap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AWS Community Builders cover" descr="AWS Community Builders"/>
          <p:cNvPicPr>
            <a:picLocks noChangeAspect="1"/>
          </p:cNvPicPr>
          <p:nvPr userDrawn="1"/>
        </p:nvPicPr>
        <p:blipFill>
          <a:blip r:embed="rId2"/>
          <a:srcRect l="3500" r="3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0" y="304800"/>
            <a:ext cx="6477000" cy="1651000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pt-BR"/>
              <a:t>Título da apresentação</a:t>
            </a:r>
            <a:endParaRPr lang="en-US"/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F909F4C5-6398-463B-EAC9-F50BF3EE55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4000" y="2032000"/>
            <a:ext cx="5006975" cy="6604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Pequena discussão sobre o que será abordado</a:t>
            </a:r>
          </a:p>
        </p:txBody>
      </p:sp>
    </p:spTree>
    <p:extLst>
      <p:ext uri="{BB962C8B-B14F-4D97-AF65-F5344CB8AC3E}">
        <p14:creationId xmlns:p14="http://schemas.microsoft.com/office/powerpoint/2010/main" val="845079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Título do assunto a ser discutido a seguir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142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Pequena discussão sobre o que será abordado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3314870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5915E23A-B369-2260-1B05-A55CF7298F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2525" y="2052855"/>
            <a:ext cx="7346950" cy="776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TÓPICO DE REFERÊNCIA</a:t>
            </a:r>
          </a:p>
        </p:txBody>
      </p:sp>
      <p:sp>
        <p:nvSpPr>
          <p:cNvPr id="28" name="Título 26">
            <a:extLst>
              <a:ext uri="{FF2B5EF4-FFF2-40B4-BE49-F238E27FC236}">
                <a16:creationId xmlns:a16="http://schemas.microsoft.com/office/drawing/2014/main" id="{F7B21376-182F-39A4-FE73-7CB399E7FF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9214" y="2918714"/>
            <a:ext cx="6733572" cy="1209888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pt-BR"/>
              <a:t>SUBDIVISÃO</a:t>
            </a:r>
          </a:p>
        </p:txBody>
      </p:sp>
    </p:spTree>
    <p:extLst>
      <p:ext uri="{BB962C8B-B14F-4D97-AF65-F5344CB8AC3E}">
        <p14:creationId xmlns:p14="http://schemas.microsoft.com/office/powerpoint/2010/main" val="406461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e íc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D0F6AC16-6177-EA4A-59C1-99EBF9AD4F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6150" y="1897837"/>
            <a:ext cx="7283450" cy="4704612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600"/>
            </a:lvl1pPr>
          </a:lstStyle>
          <a:p>
            <a:pPr algn="just">
              <a:lnSpc>
                <a:spcPct val="120000"/>
              </a:lnSpc>
            </a:pPr>
            <a:r>
              <a:rPr lang="pt-BR" sz="2000"/>
              <a:t>Textos mais longos/apresentação de dados extensos</a:t>
            </a:r>
          </a:p>
          <a:p>
            <a:pPr algn="just">
              <a:lnSpc>
                <a:spcPct val="120000"/>
              </a:lnSpc>
            </a:pPr>
            <a:r>
              <a:rPr lang="pt-BR" sz="2000"/>
              <a:t>ut </a:t>
            </a:r>
            <a:r>
              <a:rPr lang="pt-BR" sz="2000" err="1"/>
              <a:t>laoreet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magna </a:t>
            </a:r>
            <a:r>
              <a:rPr lang="pt-BR" sz="2000" err="1"/>
              <a:t>aliquam</a:t>
            </a:r>
            <a:r>
              <a:rPr lang="pt-BR" sz="2000"/>
              <a:t> erat </a:t>
            </a:r>
            <a:r>
              <a:rPr lang="pt-BR" sz="2000" err="1"/>
              <a:t>volutpat</a:t>
            </a:r>
            <a:r>
              <a:rPr lang="pt-BR" sz="2000"/>
              <a:t>. Ut </a:t>
            </a:r>
            <a:r>
              <a:rPr lang="pt-BR" sz="2000" err="1"/>
              <a:t>wisi</a:t>
            </a:r>
            <a:r>
              <a:rPr lang="pt-BR" sz="2000"/>
              <a:t> </a:t>
            </a:r>
            <a:r>
              <a:rPr lang="pt-BR" sz="2000" err="1"/>
              <a:t>enim</a:t>
            </a:r>
            <a:r>
              <a:rPr lang="pt-BR" sz="2000"/>
              <a:t> ad </a:t>
            </a:r>
            <a:r>
              <a:rPr lang="pt-BR" sz="2000" err="1"/>
              <a:t>minim</a:t>
            </a:r>
            <a:r>
              <a:rPr lang="pt-BR" sz="2000"/>
              <a:t> </a:t>
            </a:r>
            <a:r>
              <a:rPr lang="pt-BR" sz="2000" err="1"/>
              <a:t>veniam</a:t>
            </a:r>
            <a:r>
              <a:rPr lang="pt-BR" sz="2000"/>
              <a:t>, quis </a:t>
            </a:r>
            <a:r>
              <a:rPr lang="pt-BR" sz="2000" err="1"/>
              <a:t>nostrud</a:t>
            </a:r>
            <a:r>
              <a:rPr lang="pt-BR" sz="2000"/>
              <a:t> exerci </a:t>
            </a:r>
            <a:r>
              <a:rPr lang="pt-BR" sz="2000" err="1"/>
              <a:t>tation</a:t>
            </a:r>
            <a:r>
              <a:rPr lang="pt-BR" sz="2000"/>
              <a:t> </a:t>
            </a:r>
            <a:r>
              <a:rPr lang="pt-BR" sz="2000" err="1"/>
              <a:t>ullamcorper</a:t>
            </a:r>
            <a:r>
              <a:rPr lang="pt-BR" sz="2000"/>
              <a:t> </a:t>
            </a:r>
            <a:r>
              <a:rPr lang="pt-BR" sz="2000" err="1"/>
              <a:t>suscipit</a:t>
            </a:r>
            <a:r>
              <a:rPr lang="pt-BR" sz="2000"/>
              <a:t> </a:t>
            </a:r>
            <a:r>
              <a:rPr lang="pt-BR" sz="2000" err="1"/>
              <a:t>lobortis</a:t>
            </a:r>
            <a:r>
              <a:rPr lang="pt-BR" sz="2000"/>
              <a:t> </a:t>
            </a:r>
            <a:r>
              <a:rPr lang="pt-BR" sz="2000" err="1"/>
              <a:t>nisl</a:t>
            </a:r>
            <a:r>
              <a:rPr lang="pt-BR" sz="2000"/>
              <a:t> ut </a:t>
            </a:r>
            <a:r>
              <a:rPr lang="pt-BR" sz="2000" err="1"/>
              <a:t>aliquip</a:t>
            </a:r>
            <a:r>
              <a:rPr lang="pt-BR" sz="2000"/>
              <a:t> </a:t>
            </a:r>
            <a:r>
              <a:rPr lang="pt-BR" sz="2000" err="1"/>
              <a:t>ex</a:t>
            </a:r>
            <a:r>
              <a:rPr lang="pt-BR" sz="2000"/>
              <a:t> </a:t>
            </a:r>
            <a:r>
              <a:rPr lang="pt-BR" sz="2000" err="1"/>
              <a:t>ea</a:t>
            </a:r>
            <a:r>
              <a:rPr lang="pt-BR" sz="2000"/>
              <a:t> </a:t>
            </a:r>
            <a:r>
              <a:rPr lang="pt-BR" sz="2000" err="1"/>
              <a:t>commodo</a:t>
            </a:r>
            <a:r>
              <a:rPr lang="pt-BR" sz="2000"/>
              <a:t> </a:t>
            </a:r>
            <a:r>
              <a:rPr lang="pt-BR" sz="2000" err="1"/>
              <a:t>consequat</a:t>
            </a:r>
            <a:r>
              <a:rPr lang="pt-BR" sz="2000"/>
              <a:t>.</a:t>
            </a:r>
          </a:p>
          <a:p>
            <a:pPr algn="just">
              <a:lnSpc>
                <a:spcPct val="120000"/>
              </a:lnSpc>
            </a:pPr>
            <a:r>
              <a:rPr lang="pt-BR" sz="2000" err="1"/>
              <a:t>Duis</a:t>
            </a:r>
            <a:r>
              <a:rPr lang="pt-BR" sz="2000"/>
              <a:t> autem </a:t>
            </a:r>
            <a:r>
              <a:rPr lang="pt-BR" sz="2000" err="1"/>
              <a:t>vel</a:t>
            </a:r>
            <a:r>
              <a:rPr lang="pt-BR" sz="2000"/>
              <a:t> </a:t>
            </a:r>
            <a:r>
              <a:rPr lang="pt-BR" sz="2000" err="1"/>
              <a:t>eum</a:t>
            </a:r>
            <a:r>
              <a:rPr lang="pt-BR" sz="2000"/>
              <a:t> </a:t>
            </a:r>
            <a:r>
              <a:rPr lang="pt-BR" sz="2000" err="1"/>
              <a:t>iriure</a:t>
            </a:r>
            <a:r>
              <a:rPr lang="pt-BR" sz="2000"/>
              <a:t> </a:t>
            </a:r>
            <a:r>
              <a:rPr lang="pt-BR" sz="2000" err="1"/>
              <a:t>dolor</a:t>
            </a:r>
            <a:r>
              <a:rPr lang="pt-BR" sz="2000"/>
              <a:t> in </a:t>
            </a:r>
            <a:r>
              <a:rPr lang="pt-BR" sz="2000" err="1"/>
              <a:t>hendrerit</a:t>
            </a:r>
            <a:r>
              <a:rPr lang="pt-BR" sz="2000"/>
              <a:t> in </a:t>
            </a:r>
            <a:r>
              <a:rPr lang="pt-BR" sz="2000" err="1"/>
              <a:t>vulputate</a:t>
            </a:r>
            <a:r>
              <a:rPr lang="pt-BR" sz="2000"/>
              <a:t> </a:t>
            </a:r>
            <a:r>
              <a:rPr lang="pt-BR" sz="2000" err="1"/>
              <a:t>velit</a:t>
            </a:r>
            <a:r>
              <a:rPr lang="pt-BR" sz="2000"/>
              <a:t> esse </a:t>
            </a:r>
            <a:r>
              <a:rPr lang="pt-BR" sz="2000" err="1"/>
              <a:t>molestie</a:t>
            </a:r>
            <a:r>
              <a:rPr lang="pt-BR" sz="2000"/>
              <a:t> </a:t>
            </a:r>
            <a:r>
              <a:rPr lang="pt-BR" sz="2000" err="1"/>
              <a:t>consequat</a:t>
            </a:r>
            <a:r>
              <a:rPr lang="pt-BR" sz="2000"/>
              <a:t>, </a:t>
            </a:r>
            <a:r>
              <a:rPr lang="pt-BR" sz="2000" err="1"/>
              <a:t>vel</a:t>
            </a:r>
            <a:r>
              <a:rPr lang="pt-BR" sz="2000"/>
              <a:t> </a:t>
            </a:r>
            <a:r>
              <a:rPr lang="pt-BR" sz="2000" err="1"/>
              <a:t>illum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eu </a:t>
            </a:r>
            <a:r>
              <a:rPr lang="pt-BR" sz="2000" err="1"/>
              <a:t>feugiat</a:t>
            </a:r>
            <a:r>
              <a:rPr lang="pt-BR" sz="2000"/>
              <a:t> </a:t>
            </a:r>
            <a:r>
              <a:rPr lang="pt-BR" sz="2000" err="1"/>
              <a:t>nulla</a:t>
            </a:r>
            <a:r>
              <a:rPr lang="pt-BR" sz="2000"/>
              <a:t> </a:t>
            </a:r>
            <a:r>
              <a:rPr lang="pt-BR" sz="2000" err="1"/>
              <a:t>facilisis</a:t>
            </a:r>
            <a:r>
              <a:rPr lang="pt-BR" sz="2000"/>
              <a:t> </a:t>
            </a:r>
            <a:r>
              <a:rPr lang="pt-BR" sz="2000" err="1"/>
              <a:t>at</a:t>
            </a:r>
            <a:r>
              <a:rPr lang="pt-BR" sz="2000"/>
              <a:t> vero </a:t>
            </a:r>
            <a:r>
              <a:rPr lang="pt-BR" sz="2000" err="1"/>
              <a:t>eros</a:t>
            </a:r>
            <a:r>
              <a:rPr lang="pt-BR" sz="2000"/>
              <a:t> et </a:t>
            </a:r>
            <a:r>
              <a:rPr lang="pt-BR" sz="2000" err="1"/>
              <a:t>accumsan</a:t>
            </a:r>
            <a:r>
              <a:rPr lang="pt-BR" sz="2000"/>
              <a:t> et </a:t>
            </a:r>
            <a:r>
              <a:rPr lang="pt-BR" sz="2000" err="1"/>
              <a:t>iusto</a:t>
            </a:r>
            <a:r>
              <a:rPr lang="pt-BR" sz="2000"/>
              <a:t> </a:t>
            </a:r>
            <a:r>
              <a:rPr lang="pt-BR" sz="2000" err="1"/>
              <a:t>odio</a:t>
            </a:r>
            <a:r>
              <a:rPr lang="pt-BR" sz="2000"/>
              <a:t> </a:t>
            </a:r>
            <a:r>
              <a:rPr lang="pt-BR" sz="2000" err="1"/>
              <a:t>dignissim</a:t>
            </a:r>
            <a:r>
              <a:rPr lang="pt-BR" sz="2000"/>
              <a:t> </a:t>
            </a:r>
            <a:r>
              <a:rPr lang="pt-BR" sz="2000" err="1"/>
              <a:t>qui</a:t>
            </a:r>
            <a:r>
              <a:rPr lang="pt-BR" sz="2000"/>
              <a:t> </a:t>
            </a:r>
            <a:r>
              <a:rPr lang="pt-BR" sz="2000" err="1"/>
              <a:t>blandit</a:t>
            </a:r>
            <a:r>
              <a:rPr lang="pt-BR" sz="2000"/>
              <a:t> </a:t>
            </a:r>
            <a:r>
              <a:rPr lang="pt-BR" sz="2000" err="1"/>
              <a:t>praesent</a:t>
            </a:r>
            <a:r>
              <a:rPr lang="pt-BR" sz="2000"/>
              <a:t> </a:t>
            </a:r>
            <a:r>
              <a:rPr lang="pt-BR" sz="2000" err="1"/>
              <a:t>luptatum</a:t>
            </a:r>
            <a:r>
              <a:rPr lang="pt-BR" sz="2000"/>
              <a:t> </a:t>
            </a:r>
            <a:r>
              <a:rPr lang="pt-BR" sz="2000" err="1"/>
              <a:t>zzril</a:t>
            </a:r>
            <a:r>
              <a:rPr lang="pt-BR" sz="2000"/>
              <a:t> </a:t>
            </a:r>
            <a:r>
              <a:rPr lang="pt-BR" sz="2000" err="1"/>
              <a:t>delenit</a:t>
            </a:r>
            <a:r>
              <a:rPr lang="pt-BR" sz="2000"/>
              <a:t> augue </a:t>
            </a:r>
            <a:r>
              <a:rPr lang="pt-BR" sz="2000" err="1"/>
              <a:t>duis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te </a:t>
            </a:r>
            <a:r>
              <a:rPr lang="pt-BR" sz="2000" err="1"/>
              <a:t>feugait</a:t>
            </a:r>
            <a:r>
              <a:rPr lang="pt-BR" sz="2000"/>
              <a:t> </a:t>
            </a:r>
            <a:r>
              <a:rPr lang="pt-BR" sz="2000" err="1"/>
              <a:t>nulla</a:t>
            </a:r>
            <a:r>
              <a:rPr lang="pt-BR" sz="2000"/>
              <a:t> </a:t>
            </a:r>
            <a:r>
              <a:rPr lang="pt-BR" sz="2000" err="1"/>
              <a:t>facilisi</a:t>
            </a:r>
            <a:endParaRPr lang="pt-BR"/>
          </a:p>
        </p:txBody>
      </p:sp>
      <p:sp>
        <p:nvSpPr>
          <p:cNvPr id="35" name="Espaço Reservado para Imagem 34">
            <a:extLst>
              <a:ext uri="{FF2B5EF4-FFF2-40B4-BE49-F238E27FC236}">
                <a16:creationId xmlns:a16="http://schemas.microsoft.com/office/drawing/2014/main" id="{12AB7830-F505-1B53-00E4-D420DAFA44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768489" y="2614005"/>
            <a:ext cx="2695575" cy="269557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Ícone / imagem referente ao tema</a:t>
            </a:r>
          </a:p>
          <a:p>
            <a:endParaRPr lang="pt-BR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AA88B3F5-8C78-EB58-5134-771306D2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29" y="255551"/>
            <a:ext cx="8773100" cy="151865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082266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035275B5-2EFF-03ED-9B4A-4E6146721C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2150" y="1897838"/>
            <a:ext cx="10627701" cy="44719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ítulo 6">
            <a:extLst>
              <a:ext uri="{FF2B5EF4-FFF2-40B4-BE49-F238E27FC236}">
                <a16:creationId xmlns:a16="http://schemas.microsoft.com/office/drawing/2014/main" id="{7BAB5C96-AFE5-BD56-ACD3-094E1250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1" y="255551"/>
            <a:ext cx="8913349" cy="1642285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20478254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stacar números / d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Números de Destaque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6375" y="2325688"/>
            <a:ext cx="9239250" cy="30988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184557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stacar números / d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Números de Destaque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6375" y="2325688"/>
            <a:ext cx="9239250" cy="30988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246702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Título do assunto a ser discutido a seguir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142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Pequena discussão sobre o que será abordado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3026574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1"/>
            <a:ext cx="7706018" cy="130954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pt-BR"/>
              <a:t>Compare dois assuntos ou faça a evolução do tema</a:t>
            </a:r>
            <a:endParaRPr lang="en-US"/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8FDB0CB7-FF73-E4DB-5BA7-D95C673982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525" y="3268409"/>
            <a:ext cx="11036228" cy="2770310"/>
          </a:xfrm>
        </p:spPr>
        <p:txBody>
          <a:bodyPr numCol="3" spcCol="540000"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pt-BR"/>
              <a:t>Slide com 3 colunas para comparação de tópicos; ideal para conteúdos extensos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lvl="0"/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lvl="0"/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6059175-36BC-A2DA-0F30-15AF1CA416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526" y="2392248"/>
            <a:ext cx="11036228" cy="712176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3508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1"/>
            <a:ext cx="7706018" cy="130954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pt-BR"/>
              <a:t>Adicione um título aqui</a:t>
            </a:r>
            <a:endParaRPr lang="en-US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A6334320-BE0F-AAF4-A53C-1BF3448925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241" y="3390702"/>
            <a:ext cx="10155519" cy="2231445"/>
          </a:xfrm>
        </p:spPr>
        <p:txBody>
          <a:bodyPr>
            <a:noAutofit/>
          </a:bodyPr>
          <a:lstStyle>
            <a:lvl1pPr algn="ctr">
              <a:defRPr sz="2000"/>
            </a:lvl1pPr>
          </a:lstStyle>
          <a:p>
            <a:pPr marL="0" indent="0">
              <a:buNone/>
            </a:pPr>
            <a:r>
              <a:rPr lang="pt-BR" i="0" u="none" strike="noStrike" cap="none">
                <a:ea typeface="Poppins"/>
                <a:cs typeface="Poppins"/>
                <a:sym typeface="Poppins"/>
              </a:rPr>
              <a:t>Breve discussão a respeito</a:t>
            </a:r>
          </a:p>
          <a:p>
            <a:endParaRPr lang="pt-BR"/>
          </a:p>
        </p:txBody>
      </p:sp>
      <p:sp>
        <p:nvSpPr>
          <p:cNvPr id="9" name="Espaço Reservado para Texto 4">
            <a:extLst>
              <a:ext uri="{FF2B5EF4-FFF2-40B4-BE49-F238E27FC236}">
                <a16:creationId xmlns:a16="http://schemas.microsoft.com/office/drawing/2014/main" id="{26ED46BA-00DB-103F-9405-1757F53B9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8241" y="2673991"/>
            <a:ext cx="10155519" cy="712176"/>
          </a:xfrm>
        </p:spPr>
        <p:txBody>
          <a:bodyPr anchor="ctr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pt-BR"/>
              <a:t>Subtítulo do assunto</a:t>
            </a:r>
          </a:p>
        </p:txBody>
      </p:sp>
    </p:spTree>
    <p:extLst>
      <p:ext uri="{BB962C8B-B14F-4D97-AF65-F5344CB8AC3E}">
        <p14:creationId xmlns:p14="http://schemas.microsoft.com/office/powerpoint/2010/main" val="2026954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92" y="803741"/>
            <a:ext cx="5905834" cy="2852737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91" y="3667424"/>
            <a:ext cx="5905834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54" name="Espaço Reservado para Imagem 3152">
            <a:extLst>
              <a:ext uri="{FF2B5EF4-FFF2-40B4-BE49-F238E27FC236}">
                <a16:creationId xmlns:a16="http://schemas.microsoft.com/office/drawing/2014/main" id="{CF2C1CCC-B0C6-50D0-132C-6F187DE99F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72300" y="803275"/>
            <a:ext cx="4459288" cy="4419600"/>
          </a:xfrm>
        </p:spPr>
        <p:txBody>
          <a:bodyPr/>
          <a:lstStyle>
            <a:lvl1pPr marL="0" indent="0" algn="just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Clique no ícone para adicionar uma imagem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E4934F0-3270-DDF6-74A0-AE7102E3A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72926" y="5286993"/>
            <a:ext cx="2371725" cy="242888"/>
          </a:xfrm>
        </p:spPr>
        <p:txBody>
          <a:bodyPr>
            <a:no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FONTE DA IMAGEM/LEGENDA</a:t>
            </a:r>
          </a:p>
        </p:txBody>
      </p:sp>
    </p:spTree>
    <p:extLst>
      <p:ext uri="{BB962C8B-B14F-4D97-AF65-F5344CB8AC3E}">
        <p14:creationId xmlns:p14="http://schemas.microsoft.com/office/powerpoint/2010/main" val="503350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23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178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553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92" y="803741"/>
            <a:ext cx="5905834" cy="2852737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91" y="3667424"/>
            <a:ext cx="5905834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54" name="Espaço Reservado para Imagem 3152">
            <a:extLst>
              <a:ext uri="{FF2B5EF4-FFF2-40B4-BE49-F238E27FC236}">
                <a16:creationId xmlns:a16="http://schemas.microsoft.com/office/drawing/2014/main" id="{CF2C1CCC-B0C6-50D0-132C-6F187DE99F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72300" y="1116783"/>
            <a:ext cx="4459288" cy="4419600"/>
          </a:xfrm>
        </p:spPr>
        <p:txBody>
          <a:bodyPr/>
          <a:lstStyle>
            <a:lvl1pPr marL="0" indent="0" algn="just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Clique no ícone para adicionar uma imagem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E4934F0-3270-DDF6-74A0-AE7102E3A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72926" y="5286993"/>
            <a:ext cx="2371725" cy="242888"/>
          </a:xfrm>
        </p:spPr>
        <p:txBody>
          <a:bodyPr>
            <a:no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FONTE DA IMAGEM/LEGENDA</a:t>
            </a:r>
          </a:p>
        </p:txBody>
      </p:sp>
    </p:spTree>
    <p:extLst>
      <p:ext uri="{BB962C8B-B14F-4D97-AF65-F5344CB8AC3E}">
        <p14:creationId xmlns:p14="http://schemas.microsoft.com/office/powerpoint/2010/main" val="690510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7425"/>
            <a:ext cx="3932237" cy="195171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um assunto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Expanda os tópicos que mencionou aqui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04456"/>
            <a:ext cx="3932237" cy="2864531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</p:spTree>
    <p:extLst>
      <p:ext uri="{BB962C8B-B14F-4D97-AF65-F5344CB8AC3E}">
        <p14:creationId xmlns:p14="http://schemas.microsoft.com/office/powerpoint/2010/main" val="1064585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xpansão de assun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3887"/>
            <a:ext cx="3932237" cy="1955253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um assunto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04456"/>
            <a:ext cx="3932237" cy="2864531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F39E9E22-7D16-A60E-1A3E-A8FAACB2D0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83188" y="983887"/>
            <a:ext cx="6192838" cy="4881563"/>
          </a:xfrm>
        </p:spPr>
        <p:txBody>
          <a:bodyPr>
            <a:normAutofit/>
          </a:bodyPr>
          <a:lstStyle>
            <a:lvl1pPr algn="ctr"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Adicione uma imagem em alta qualidade que represente o tema</a:t>
            </a:r>
          </a:p>
        </p:txBody>
      </p:sp>
    </p:spTree>
    <p:extLst>
      <p:ext uri="{BB962C8B-B14F-4D97-AF65-F5344CB8AC3E}">
        <p14:creationId xmlns:p14="http://schemas.microsoft.com/office/powerpoint/2010/main" val="35946998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Assunto de destaque!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27149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Utilize slides com o tema escuro para um assunto que deseja destacar em sua apresentação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18607888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035275B5-2EFF-03ED-9B4A-4E6146721C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2150" y="1897838"/>
            <a:ext cx="10627701" cy="44719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ítulo 6">
            <a:extLst>
              <a:ext uri="{FF2B5EF4-FFF2-40B4-BE49-F238E27FC236}">
                <a16:creationId xmlns:a16="http://schemas.microsoft.com/office/drawing/2014/main" id="{7BAB5C96-AFE5-BD56-ACD3-094E1250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1" y="255551"/>
            <a:ext cx="8913349" cy="1642285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96290113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ópic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3"/>
            <a:ext cx="9239250" cy="1154225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Adicione um título ao slide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6375" y="2391003"/>
            <a:ext cx="9239250" cy="3098800"/>
          </a:xfrm>
        </p:spPr>
        <p:txBody>
          <a:bodyPr>
            <a:norm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Organize o assunto em tópicos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1319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xpansão de assun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3932237" cy="2017031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o assunto que deseja destacar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69771"/>
            <a:ext cx="3932237" cy="2795679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F39E9E22-7D16-A60E-1A3E-A8FAACB2D0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83188" y="983887"/>
            <a:ext cx="6192838" cy="4881563"/>
          </a:xfrm>
        </p:spPr>
        <p:txBody>
          <a:bodyPr>
            <a:normAutofit/>
          </a:bodyPr>
          <a:lstStyle>
            <a:lvl1pPr algn="ctr">
              <a:defRPr sz="2000">
                <a:solidFill>
                  <a:schemeClr val="accent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Adicione uma imagem em alta qualidade que represente o tema</a:t>
            </a:r>
          </a:p>
        </p:txBody>
      </p:sp>
    </p:spTree>
    <p:extLst>
      <p:ext uri="{BB962C8B-B14F-4D97-AF65-F5344CB8AC3E}">
        <p14:creationId xmlns:p14="http://schemas.microsoft.com/office/powerpoint/2010/main" val="11454787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45063" y="6578290"/>
            <a:ext cx="2146937" cy="279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BC79E99C-F91D-DEEE-546A-5F316E85D7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326" y="1319349"/>
            <a:ext cx="11558360" cy="5107577"/>
          </a:xfrm>
        </p:spPr>
        <p:txBody>
          <a:bodyPr numCol="2" spcCol="540000">
            <a:normAutofit/>
          </a:bodyPr>
          <a:lstStyle>
            <a:lvl1pPr algn="l">
              <a:defRPr sz="2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Slide com duas colunas. Ideal para conteúdos extensos e com muitos tópicos		</a:t>
            </a:r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Slide com duas colunas. Ideal para conteúdos extensos e com muitos tópicos</a:t>
            </a:r>
          </a:p>
          <a:p>
            <a:pPr lvl="0"/>
            <a:endParaRPr lang="pt-BR"/>
          </a:p>
        </p:txBody>
      </p:sp>
      <p:sp>
        <p:nvSpPr>
          <p:cNvPr id="19" name="Título 14">
            <a:extLst>
              <a:ext uri="{FF2B5EF4-FFF2-40B4-BE49-F238E27FC236}">
                <a16:creationId xmlns:a16="http://schemas.microsoft.com/office/drawing/2014/main" id="{004B9548-59E3-ECD7-115B-3F93F8340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35" y="255552"/>
            <a:ext cx="8886906" cy="1063797"/>
          </a:xfrm>
        </p:spPr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13558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7A56B355-4C26-DADA-52D4-AE04ECA6DA8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14325" y="1319213"/>
            <a:ext cx="11558588" cy="5130800"/>
          </a:xfrm>
        </p:spPr>
        <p:txBody>
          <a:bodyPr>
            <a:normAutofit/>
          </a:bodyPr>
          <a:lstStyle>
            <a:lvl1pPr>
              <a:defRPr sz="2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pt-BR"/>
              <a:t>Clique no ícone e insira uma imagem</a:t>
            </a:r>
          </a:p>
        </p:txBody>
      </p:sp>
      <p:sp>
        <p:nvSpPr>
          <p:cNvPr id="19" name="Título 14">
            <a:extLst>
              <a:ext uri="{FF2B5EF4-FFF2-40B4-BE49-F238E27FC236}">
                <a16:creationId xmlns:a16="http://schemas.microsoft.com/office/drawing/2014/main" id="{E7EF8E07-64F2-641E-E80E-7AEFCDD9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35" y="255552"/>
            <a:ext cx="8886906" cy="1063797"/>
          </a:xfrm>
        </p:spPr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567001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413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7A56B355-4C26-DADA-52D4-AE04ECA6DA8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9" y="1296127"/>
            <a:ext cx="5776913" cy="5130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no ícone e insira uma imagem</a:t>
            </a:r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1E3F80A7-4421-AE82-92B3-D00C0A97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6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19" name="Título 14">
            <a:extLst>
              <a:ext uri="{FF2B5EF4-FFF2-40B4-BE49-F238E27FC236}">
                <a16:creationId xmlns:a16="http://schemas.microsoft.com/office/drawing/2014/main" id="{85510D51-FE92-E721-25FE-8083B75D3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35" y="255552"/>
            <a:ext cx="8886906" cy="1063797"/>
          </a:xfrm>
        </p:spPr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58AD39F3-CA31-9F4B-68CC-A18B412DD9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929AAA77-C5C9-23DE-AB45-809DD830D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8A5B8CC8-F7D3-3AA2-42A2-5F979AE0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5846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9F644394-3403-EFC1-BC04-4B6D1F2F6F94}"/>
              </a:ext>
            </a:extLst>
          </p:cNvPr>
          <p:cNvSpPr txBox="1">
            <a:spLocks/>
          </p:cNvSpPr>
          <p:nvPr/>
        </p:nvSpPr>
        <p:spPr>
          <a:xfrm>
            <a:off x="314325" y="255552"/>
            <a:ext cx="8886905" cy="1063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1E3F80A7-4421-AE82-92B3-D00C0A97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6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894C058-EE29-9DF2-F705-8D1B4EA1A2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6874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15" name="Título 12">
            <a:extLst>
              <a:ext uri="{FF2B5EF4-FFF2-40B4-BE49-F238E27FC236}">
                <a16:creationId xmlns:a16="http://schemas.microsoft.com/office/drawing/2014/main" id="{55F32401-B669-8AB2-D857-DE8F033FE7E0}"/>
              </a:ext>
            </a:extLst>
          </p:cNvPr>
          <p:cNvSpPr txBox="1">
            <a:spLocks/>
          </p:cNvSpPr>
          <p:nvPr userDrawn="1"/>
        </p:nvSpPr>
        <p:spPr>
          <a:xfrm>
            <a:off x="314325" y="255552"/>
            <a:ext cx="8886905" cy="1063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5042181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6438" y="1286475"/>
            <a:ext cx="5126012" cy="2142525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pt-BR"/>
              <a:t>Título da apresentação</a:t>
            </a:r>
            <a:endParaRPr lang="en-US"/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F909F4C5-6398-463B-EAC9-F50BF3EE55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475" y="3652283"/>
            <a:ext cx="5006975" cy="6604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Pequena discussão sobre o que será abordado</a:t>
            </a:r>
          </a:p>
        </p:txBody>
      </p:sp>
    </p:spTree>
    <p:extLst>
      <p:ext uri="{BB962C8B-B14F-4D97-AF65-F5344CB8AC3E}">
        <p14:creationId xmlns:p14="http://schemas.microsoft.com/office/powerpoint/2010/main" val="21397780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Título do assunto a ser discutido a seguir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142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Pequena discussão sobre o que será abordado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8138678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o e íc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D0F6AC16-6177-EA4A-59C1-99EBF9AD4F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6150" y="1897837"/>
            <a:ext cx="7283450" cy="4704612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600"/>
            </a:lvl1pPr>
          </a:lstStyle>
          <a:p>
            <a:pPr algn="just">
              <a:lnSpc>
                <a:spcPct val="120000"/>
              </a:lnSpc>
            </a:pPr>
            <a:r>
              <a:rPr lang="pt-BR" sz="2000"/>
              <a:t>Textos mais longos/apresentação de dados extensos</a:t>
            </a:r>
          </a:p>
          <a:p>
            <a:pPr algn="just">
              <a:lnSpc>
                <a:spcPct val="120000"/>
              </a:lnSpc>
            </a:pPr>
            <a:r>
              <a:rPr lang="pt-BR" sz="2000"/>
              <a:t>ut </a:t>
            </a:r>
            <a:r>
              <a:rPr lang="pt-BR" sz="2000" err="1"/>
              <a:t>laoreet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magna </a:t>
            </a:r>
            <a:r>
              <a:rPr lang="pt-BR" sz="2000" err="1"/>
              <a:t>aliquam</a:t>
            </a:r>
            <a:r>
              <a:rPr lang="pt-BR" sz="2000"/>
              <a:t> erat </a:t>
            </a:r>
            <a:r>
              <a:rPr lang="pt-BR" sz="2000" err="1"/>
              <a:t>volutpat</a:t>
            </a:r>
            <a:r>
              <a:rPr lang="pt-BR" sz="2000"/>
              <a:t>. Ut </a:t>
            </a:r>
            <a:r>
              <a:rPr lang="pt-BR" sz="2000" err="1"/>
              <a:t>wisi</a:t>
            </a:r>
            <a:r>
              <a:rPr lang="pt-BR" sz="2000"/>
              <a:t> </a:t>
            </a:r>
            <a:r>
              <a:rPr lang="pt-BR" sz="2000" err="1"/>
              <a:t>enim</a:t>
            </a:r>
            <a:r>
              <a:rPr lang="pt-BR" sz="2000"/>
              <a:t> ad </a:t>
            </a:r>
            <a:r>
              <a:rPr lang="pt-BR" sz="2000" err="1"/>
              <a:t>minim</a:t>
            </a:r>
            <a:r>
              <a:rPr lang="pt-BR" sz="2000"/>
              <a:t> </a:t>
            </a:r>
            <a:r>
              <a:rPr lang="pt-BR" sz="2000" err="1"/>
              <a:t>veniam</a:t>
            </a:r>
            <a:r>
              <a:rPr lang="pt-BR" sz="2000"/>
              <a:t>, quis </a:t>
            </a:r>
            <a:r>
              <a:rPr lang="pt-BR" sz="2000" err="1"/>
              <a:t>nostrud</a:t>
            </a:r>
            <a:r>
              <a:rPr lang="pt-BR" sz="2000"/>
              <a:t> exerci </a:t>
            </a:r>
            <a:r>
              <a:rPr lang="pt-BR" sz="2000" err="1"/>
              <a:t>tation</a:t>
            </a:r>
            <a:r>
              <a:rPr lang="pt-BR" sz="2000"/>
              <a:t> </a:t>
            </a:r>
            <a:r>
              <a:rPr lang="pt-BR" sz="2000" err="1"/>
              <a:t>ullamcorper</a:t>
            </a:r>
            <a:r>
              <a:rPr lang="pt-BR" sz="2000"/>
              <a:t> </a:t>
            </a:r>
            <a:r>
              <a:rPr lang="pt-BR" sz="2000" err="1"/>
              <a:t>suscipit</a:t>
            </a:r>
            <a:r>
              <a:rPr lang="pt-BR" sz="2000"/>
              <a:t> </a:t>
            </a:r>
            <a:r>
              <a:rPr lang="pt-BR" sz="2000" err="1"/>
              <a:t>lobortis</a:t>
            </a:r>
            <a:r>
              <a:rPr lang="pt-BR" sz="2000"/>
              <a:t> </a:t>
            </a:r>
            <a:r>
              <a:rPr lang="pt-BR" sz="2000" err="1"/>
              <a:t>nisl</a:t>
            </a:r>
            <a:r>
              <a:rPr lang="pt-BR" sz="2000"/>
              <a:t> ut </a:t>
            </a:r>
            <a:r>
              <a:rPr lang="pt-BR" sz="2000" err="1"/>
              <a:t>aliquip</a:t>
            </a:r>
            <a:r>
              <a:rPr lang="pt-BR" sz="2000"/>
              <a:t> </a:t>
            </a:r>
            <a:r>
              <a:rPr lang="pt-BR" sz="2000" err="1"/>
              <a:t>ex</a:t>
            </a:r>
            <a:r>
              <a:rPr lang="pt-BR" sz="2000"/>
              <a:t> </a:t>
            </a:r>
            <a:r>
              <a:rPr lang="pt-BR" sz="2000" err="1"/>
              <a:t>ea</a:t>
            </a:r>
            <a:r>
              <a:rPr lang="pt-BR" sz="2000"/>
              <a:t> </a:t>
            </a:r>
            <a:r>
              <a:rPr lang="pt-BR" sz="2000" err="1"/>
              <a:t>commodo</a:t>
            </a:r>
            <a:r>
              <a:rPr lang="pt-BR" sz="2000"/>
              <a:t> </a:t>
            </a:r>
            <a:r>
              <a:rPr lang="pt-BR" sz="2000" err="1"/>
              <a:t>consequat</a:t>
            </a:r>
            <a:r>
              <a:rPr lang="pt-BR" sz="2000"/>
              <a:t>.</a:t>
            </a:r>
          </a:p>
          <a:p>
            <a:pPr algn="just">
              <a:lnSpc>
                <a:spcPct val="120000"/>
              </a:lnSpc>
            </a:pPr>
            <a:r>
              <a:rPr lang="pt-BR" sz="2000" err="1"/>
              <a:t>Duis</a:t>
            </a:r>
            <a:r>
              <a:rPr lang="pt-BR" sz="2000"/>
              <a:t> autem </a:t>
            </a:r>
            <a:r>
              <a:rPr lang="pt-BR" sz="2000" err="1"/>
              <a:t>vel</a:t>
            </a:r>
            <a:r>
              <a:rPr lang="pt-BR" sz="2000"/>
              <a:t> </a:t>
            </a:r>
            <a:r>
              <a:rPr lang="pt-BR" sz="2000" err="1"/>
              <a:t>eum</a:t>
            </a:r>
            <a:r>
              <a:rPr lang="pt-BR" sz="2000"/>
              <a:t> </a:t>
            </a:r>
            <a:r>
              <a:rPr lang="pt-BR" sz="2000" err="1"/>
              <a:t>iriure</a:t>
            </a:r>
            <a:r>
              <a:rPr lang="pt-BR" sz="2000"/>
              <a:t> </a:t>
            </a:r>
            <a:r>
              <a:rPr lang="pt-BR" sz="2000" err="1"/>
              <a:t>dolor</a:t>
            </a:r>
            <a:r>
              <a:rPr lang="pt-BR" sz="2000"/>
              <a:t> in </a:t>
            </a:r>
            <a:r>
              <a:rPr lang="pt-BR" sz="2000" err="1"/>
              <a:t>hendrerit</a:t>
            </a:r>
            <a:r>
              <a:rPr lang="pt-BR" sz="2000"/>
              <a:t> in </a:t>
            </a:r>
            <a:r>
              <a:rPr lang="pt-BR" sz="2000" err="1"/>
              <a:t>vulputate</a:t>
            </a:r>
            <a:r>
              <a:rPr lang="pt-BR" sz="2000"/>
              <a:t> </a:t>
            </a:r>
            <a:r>
              <a:rPr lang="pt-BR" sz="2000" err="1"/>
              <a:t>velit</a:t>
            </a:r>
            <a:r>
              <a:rPr lang="pt-BR" sz="2000"/>
              <a:t> esse </a:t>
            </a:r>
            <a:r>
              <a:rPr lang="pt-BR" sz="2000" err="1"/>
              <a:t>molestie</a:t>
            </a:r>
            <a:r>
              <a:rPr lang="pt-BR" sz="2000"/>
              <a:t> </a:t>
            </a:r>
            <a:r>
              <a:rPr lang="pt-BR" sz="2000" err="1"/>
              <a:t>consequat</a:t>
            </a:r>
            <a:r>
              <a:rPr lang="pt-BR" sz="2000"/>
              <a:t>, </a:t>
            </a:r>
            <a:r>
              <a:rPr lang="pt-BR" sz="2000" err="1"/>
              <a:t>vel</a:t>
            </a:r>
            <a:r>
              <a:rPr lang="pt-BR" sz="2000"/>
              <a:t> </a:t>
            </a:r>
            <a:r>
              <a:rPr lang="pt-BR" sz="2000" err="1"/>
              <a:t>illum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eu </a:t>
            </a:r>
            <a:r>
              <a:rPr lang="pt-BR" sz="2000" err="1"/>
              <a:t>feugiat</a:t>
            </a:r>
            <a:r>
              <a:rPr lang="pt-BR" sz="2000"/>
              <a:t> </a:t>
            </a:r>
            <a:r>
              <a:rPr lang="pt-BR" sz="2000" err="1"/>
              <a:t>nulla</a:t>
            </a:r>
            <a:r>
              <a:rPr lang="pt-BR" sz="2000"/>
              <a:t> </a:t>
            </a:r>
            <a:r>
              <a:rPr lang="pt-BR" sz="2000" err="1"/>
              <a:t>facilisis</a:t>
            </a:r>
            <a:r>
              <a:rPr lang="pt-BR" sz="2000"/>
              <a:t> </a:t>
            </a:r>
            <a:r>
              <a:rPr lang="pt-BR" sz="2000" err="1"/>
              <a:t>at</a:t>
            </a:r>
            <a:r>
              <a:rPr lang="pt-BR" sz="2000"/>
              <a:t> vero </a:t>
            </a:r>
            <a:r>
              <a:rPr lang="pt-BR" sz="2000" err="1"/>
              <a:t>eros</a:t>
            </a:r>
            <a:r>
              <a:rPr lang="pt-BR" sz="2000"/>
              <a:t> et </a:t>
            </a:r>
            <a:r>
              <a:rPr lang="pt-BR" sz="2000" err="1"/>
              <a:t>accumsan</a:t>
            </a:r>
            <a:r>
              <a:rPr lang="pt-BR" sz="2000"/>
              <a:t> et </a:t>
            </a:r>
            <a:r>
              <a:rPr lang="pt-BR" sz="2000" err="1"/>
              <a:t>iusto</a:t>
            </a:r>
            <a:r>
              <a:rPr lang="pt-BR" sz="2000"/>
              <a:t> </a:t>
            </a:r>
            <a:r>
              <a:rPr lang="pt-BR" sz="2000" err="1"/>
              <a:t>odio</a:t>
            </a:r>
            <a:r>
              <a:rPr lang="pt-BR" sz="2000"/>
              <a:t> </a:t>
            </a:r>
            <a:r>
              <a:rPr lang="pt-BR" sz="2000" err="1"/>
              <a:t>dignissim</a:t>
            </a:r>
            <a:r>
              <a:rPr lang="pt-BR" sz="2000"/>
              <a:t> </a:t>
            </a:r>
            <a:r>
              <a:rPr lang="pt-BR" sz="2000" err="1"/>
              <a:t>qui</a:t>
            </a:r>
            <a:r>
              <a:rPr lang="pt-BR" sz="2000"/>
              <a:t> </a:t>
            </a:r>
            <a:r>
              <a:rPr lang="pt-BR" sz="2000" err="1"/>
              <a:t>blandit</a:t>
            </a:r>
            <a:r>
              <a:rPr lang="pt-BR" sz="2000"/>
              <a:t> </a:t>
            </a:r>
            <a:r>
              <a:rPr lang="pt-BR" sz="2000" err="1"/>
              <a:t>praesent</a:t>
            </a:r>
            <a:r>
              <a:rPr lang="pt-BR" sz="2000"/>
              <a:t> </a:t>
            </a:r>
            <a:r>
              <a:rPr lang="pt-BR" sz="2000" err="1"/>
              <a:t>luptatum</a:t>
            </a:r>
            <a:r>
              <a:rPr lang="pt-BR" sz="2000"/>
              <a:t> </a:t>
            </a:r>
            <a:r>
              <a:rPr lang="pt-BR" sz="2000" err="1"/>
              <a:t>zzril</a:t>
            </a:r>
            <a:r>
              <a:rPr lang="pt-BR" sz="2000"/>
              <a:t> </a:t>
            </a:r>
            <a:r>
              <a:rPr lang="pt-BR" sz="2000" err="1"/>
              <a:t>delenit</a:t>
            </a:r>
            <a:r>
              <a:rPr lang="pt-BR" sz="2000"/>
              <a:t> augue </a:t>
            </a:r>
            <a:r>
              <a:rPr lang="pt-BR" sz="2000" err="1"/>
              <a:t>duis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te </a:t>
            </a:r>
            <a:r>
              <a:rPr lang="pt-BR" sz="2000" err="1"/>
              <a:t>feugait</a:t>
            </a:r>
            <a:r>
              <a:rPr lang="pt-BR" sz="2000"/>
              <a:t> </a:t>
            </a:r>
            <a:r>
              <a:rPr lang="pt-BR" sz="2000" err="1"/>
              <a:t>nulla</a:t>
            </a:r>
            <a:r>
              <a:rPr lang="pt-BR" sz="2000"/>
              <a:t> </a:t>
            </a:r>
            <a:r>
              <a:rPr lang="pt-BR" sz="2000" err="1"/>
              <a:t>facilisi</a:t>
            </a:r>
            <a:endParaRPr lang="pt-BR"/>
          </a:p>
        </p:txBody>
      </p:sp>
      <p:sp>
        <p:nvSpPr>
          <p:cNvPr id="35" name="Espaço Reservado para Imagem 34">
            <a:extLst>
              <a:ext uri="{FF2B5EF4-FFF2-40B4-BE49-F238E27FC236}">
                <a16:creationId xmlns:a16="http://schemas.microsoft.com/office/drawing/2014/main" id="{12AB7830-F505-1B53-00E4-D420DAFA44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768489" y="2614005"/>
            <a:ext cx="2695575" cy="269557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Ícone / imagem referente ao tema</a:t>
            </a:r>
          </a:p>
          <a:p>
            <a:endParaRPr lang="pt-BR"/>
          </a:p>
        </p:txBody>
      </p:sp>
      <p:sp>
        <p:nvSpPr>
          <p:cNvPr id="3" name="Título 6">
            <a:extLst>
              <a:ext uri="{FF2B5EF4-FFF2-40B4-BE49-F238E27FC236}">
                <a16:creationId xmlns:a16="http://schemas.microsoft.com/office/drawing/2014/main" id="{E2DCBFFC-3C75-5C20-6E74-F8BE25E3DA25}"/>
              </a:ext>
            </a:extLst>
          </p:cNvPr>
          <p:cNvSpPr txBox="1">
            <a:spLocks/>
          </p:cNvSpPr>
          <p:nvPr userDrawn="1"/>
        </p:nvSpPr>
        <p:spPr>
          <a:xfrm>
            <a:off x="287881" y="255551"/>
            <a:ext cx="8913349" cy="1642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2868167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035275B5-2EFF-03ED-9B4A-4E6146721C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2150" y="1897837"/>
            <a:ext cx="10627701" cy="471174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9" name="Título 6">
            <a:extLst>
              <a:ext uri="{FF2B5EF4-FFF2-40B4-BE49-F238E27FC236}">
                <a16:creationId xmlns:a16="http://schemas.microsoft.com/office/drawing/2014/main" id="{7BAB5C96-AFE5-BD56-ACD3-094E1250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1" y="255551"/>
            <a:ext cx="8913349" cy="1642285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8498607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ópic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Adicione um título ao slide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6375" y="2540166"/>
            <a:ext cx="9239250" cy="3146860"/>
          </a:xfrm>
        </p:spPr>
        <p:txBody>
          <a:bodyPr>
            <a:norm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Organize o assunto em tópicos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84103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stacar números / d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Números de Destaque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6375" y="2325688"/>
            <a:ext cx="9239250" cy="30988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endParaRPr lang="pt-BR"/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39469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Título do assunto a ser discutido a seguir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142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Pequena discussão sobre o que será abordado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1333108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1"/>
            <a:ext cx="7706018" cy="130954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pt-BR"/>
              <a:t>Compare dois assuntos ou faça a evolução do tema</a:t>
            </a:r>
            <a:endParaRPr lang="en-US"/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8FDB0CB7-FF73-E4DB-5BA7-D95C673982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525" y="3268409"/>
            <a:ext cx="5545475" cy="2770310"/>
          </a:xfrm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lvl="0"/>
            <a:endParaRPr lang="pt-BR"/>
          </a:p>
          <a:p>
            <a:pPr lvl="0"/>
            <a:endParaRPr lang="pt-BR"/>
          </a:p>
        </p:txBody>
      </p:sp>
      <p:sp>
        <p:nvSpPr>
          <p:cNvPr id="5" name="Espaço Reservado para Texto 32">
            <a:extLst>
              <a:ext uri="{FF2B5EF4-FFF2-40B4-BE49-F238E27FC236}">
                <a16:creationId xmlns:a16="http://schemas.microsoft.com/office/drawing/2014/main" id="{7C6C4C26-BD8F-EF12-DE50-CCC8081171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3268409"/>
            <a:ext cx="5490754" cy="2770310"/>
          </a:xfrm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6059175-36BC-A2DA-0F30-15AF1CA416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526" y="2392248"/>
            <a:ext cx="11036228" cy="712176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9340053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1"/>
            <a:ext cx="7706018" cy="130954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pt-BR"/>
              <a:t>Adicione um título aqui</a:t>
            </a:r>
            <a:endParaRPr lang="en-US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A6334320-BE0F-AAF4-A53C-1BF3448925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241" y="3390702"/>
            <a:ext cx="10155519" cy="2231445"/>
          </a:xfrm>
        </p:spPr>
        <p:txBody>
          <a:bodyPr>
            <a:noAutofit/>
          </a:bodyPr>
          <a:lstStyle>
            <a:lvl1pPr algn="ctr">
              <a:defRPr sz="2000"/>
            </a:lvl1pPr>
          </a:lstStyle>
          <a:p>
            <a:pPr marL="0" indent="0">
              <a:buNone/>
            </a:pPr>
            <a:r>
              <a:rPr lang="pt-BR" i="0" u="none" strike="noStrike" cap="none">
                <a:ea typeface="Poppins"/>
                <a:cs typeface="Poppins"/>
                <a:sym typeface="Poppins"/>
              </a:rPr>
              <a:t>Breve discussão a respeito</a:t>
            </a:r>
          </a:p>
          <a:p>
            <a:endParaRPr lang="pt-BR"/>
          </a:p>
        </p:txBody>
      </p:sp>
      <p:sp>
        <p:nvSpPr>
          <p:cNvPr id="9" name="Espaço Reservado para Texto 4">
            <a:extLst>
              <a:ext uri="{FF2B5EF4-FFF2-40B4-BE49-F238E27FC236}">
                <a16:creationId xmlns:a16="http://schemas.microsoft.com/office/drawing/2014/main" id="{26ED46BA-00DB-103F-9405-1757F53B9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8241" y="2673991"/>
            <a:ext cx="10155519" cy="712176"/>
          </a:xfrm>
        </p:spPr>
        <p:txBody>
          <a:bodyPr anchor="ctr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pt-BR"/>
              <a:t>Subtítulo do assunto</a:t>
            </a:r>
          </a:p>
        </p:txBody>
      </p:sp>
    </p:spTree>
    <p:extLst>
      <p:ext uri="{BB962C8B-B14F-4D97-AF65-F5344CB8AC3E}">
        <p14:creationId xmlns:p14="http://schemas.microsoft.com/office/powerpoint/2010/main" val="39602363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2"/>
            <a:ext cx="7706018" cy="712176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pt-BR"/>
              <a:t>Adicione um título aqui</a:t>
            </a:r>
            <a:endParaRPr lang="en-US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A6334320-BE0F-AAF4-A53C-1BF3448925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240" y="1717566"/>
            <a:ext cx="10155519" cy="3942880"/>
          </a:xfrm>
        </p:spPr>
        <p:txBody>
          <a:bodyPr>
            <a:noAutofit/>
          </a:bodyPr>
          <a:lstStyle>
            <a:lvl1pPr algn="ctr">
              <a:defRPr sz="2000"/>
            </a:lvl1pPr>
          </a:lstStyle>
          <a:p>
            <a:pPr marL="0" indent="0">
              <a:buNone/>
            </a:pPr>
            <a:r>
              <a:rPr lang="pt-BR" i="0" u="none" strike="noStrike" cap="none">
                <a:ea typeface="Poppins"/>
                <a:cs typeface="Poppins"/>
                <a:sym typeface="Poppins"/>
              </a:rPr>
              <a:t>Breve discussão a respeito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4791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92" y="803741"/>
            <a:ext cx="5905834" cy="2852737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91" y="3667424"/>
            <a:ext cx="5905834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54" name="Espaço Reservado para Imagem 3152">
            <a:extLst>
              <a:ext uri="{FF2B5EF4-FFF2-40B4-BE49-F238E27FC236}">
                <a16:creationId xmlns:a16="http://schemas.microsoft.com/office/drawing/2014/main" id="{CF2C1CCC-B0C6-50D0-132C-6F187DE99F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72300" y="803275"/>
            <a:ext cx="4459288" cy="4419600"/>
          </a:xfrm>
        </p:spPr>
        <p:txBody>
          <a:bodyPr/>
          <a:lstStyle>
            <a:lvl1pPr marL="0" indent="0" algn="just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		INSIRA AQUI UMA 		IMAGEM 			REFERENTE AO 		TEMA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E4934F0-3270-DDF6-74A0-AE7102E3A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72926" y="5286993"/>
            <a:ext cx="2371725" cy="242888"/>
          </a:xfrm>
        </p:spPr>
        <p:txBody>
          <a:bodyPr>
            <a:no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FONTE DA IMAGEM/LEGENDA</a:t>
            </a:r>
          </a:p>
        </p:txBody>
      </p:sp>
    </p:spTree>
    <p:extLst>
      <p:ext uri="{BB962C8B-B14F-4D97-AF65-F5344CB8AC3E}">
        <p14:creationId xmlns:p14="http://schemas.microsoft.com/office/powerpoint/2010/main" val="2206106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xpansão de assun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3887"/>
            <a:ext cx="3932237" cy="1955253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um assunto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04456"/>
            <a:ext cx="3932237" cy="2864531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F39E9E22-7D16-A60E-1A3E-A8FAACB2D0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83188" y="983887"/>
            <a:ext cx="6192838" cy="4881563"/>
          </a:xfrm>
        </p:spPr>
        <p:txBody>
          <a:bodyPr>
            <a:normAutofit/>
          </a:bodyPr>
          <a:lstStyle>
            <a:lvl1pPr algn="ctr"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Adicione uma imagem em alta qualidade que represente o tema</a:t>
            </a:r>
          </a:p>
        </p:txBody>
      </p:sp>
    </p:spTree>
    <p:extLst>
      <p:ext uri="{BB962C8B-B14F-4D97-AF65-F5344CB8AC3E}">
        <p14:creationId xmlns:p14="http://schemas.microsoft.com/office/powerpoint/2010/main" val="10995819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Assunto de destaque!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27149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Utilize slides com o tema escuro para um assunto que deseja destacar em sua apresentação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35913588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ópic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3"/>
            <a:ext cx="9239250" cy="1154225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Adicione um título ao slide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6375" y="2325688"/>
            <a:ext cx="9239250" cy="3098800"/>
          </a:xfrm>
        </p:spPr>
        <p:txBody>
          <a:bodyPr>
            <a:norm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Organize o assunto em tópicos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5351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Expansão de assun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3932237" cy="2017031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o assunto que deseja destacar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04456"/>
            <a:ext cx="3932237" cy="2864531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F39E9E22-7D16-A60E-1A3E-A8FAACB2D0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83188" y="983887"/>
            <a:ext cx="6192838" cy="4881563"/>
          </a:xfrm>
        </p:spPr>
        <p:txBody>
          <a:bodyPr>
            <a:normAutofit/>
          </a:bodyPr>
          <a:lstStyle>
            <a:lvl1pPr algn="ctr"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Adicione uma imagem em alta qualidade que represente o tema</a:t>
            </a:r>
          </a:p>
        </p:txBody>
      </p:sp>
    </p:spTree>
    <p:extLst>
      <p:ext uri="{BB962C8B-B14F-4D97-AF65-F5344CB8AC3E}">
        <p14:creationId xmlns:p14="http://schemas.microsoft.com/office/powerpoint/2010/main" val="12044825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me e C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1175" y="1861241"/>
            <a:ext cx="4640534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Nome</a:t>
            </a:r>
            <a:br>
              <a:rPr lang="pt-BR"/>
            </a:br>
            <a:r>
              <a:rPr lang="pt-BR"/>
              <a:t>Sobrenome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90186" y="4228972"/>
            <a:ext cx="4543804" cy="1142364"/>
          </a:xfr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buNone/>
              <a:defRPr sz="2000"/>
            </a:lvl1pPr>
          </a:lstStyle>
          <a:p>
            <a:pPr lvl="0"/>
            <a:r>
              <a:rPr lang="pt-BR"/>
              <a:t>Área e Cargo</a:t>
            </a:r>
          </a:p>
          <a:p>
            <a:pPr lvl="0"/>
            <a:r>
              <a:rPr lang="pt-BR"/>
              <a:t>Da </a:t>
            </a:r>
            <a:r>
              <a:rPr lang="pt-BR" err="1"/>
              <a:t>Darede</a:t>
            </a:r>
            <a:endParaRPr lang="pt-BR"/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4853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BC79E99C-F91D-DEEE-546A-5F316E85D7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772" y="1691692"/>
            <a:ext cx="11640457" cy="4735234"/>
          </a:xfrm>
        </p:spPr>
        <p:txBody>
          <a:bodyPr>
            <a:normAutofit/>
          </a:bodyPr>
          <a:lstStyle>
            <a:lvl1pPr>
              <a:defRPr sz="2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984AD202-BDF6-CC65-1C79-57DF2A49F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29" y="255552"/>
            <a:ext cx="8969001" cy="1063797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Aqui um título de, no máximo, duas linhas.</a:t>
            </a:r>
          </a:p>
        </p:txBody>
      </p:sp>
    </p:spTree>
    <p:extLst>
      <p:ext uri="{BB962C8B-B14F-4D97-AF65-F5344CB8AC3E}">
        <p14:creationId xmlns:p14="http://schemas.microsoft.com/office/powerpoint/2010/main" val="31772876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BC79E99C-F91D-DEEE-546A-5F316E85D7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772" y="1691692"/>
            <a:ext cx="11640457" cy="4735234"/>
          </a:xfrm>
        </p:spPr>
        <p:txBody>
          <a:bodyPr numCol="2" spcCol="180000">
            <a:normAutofit/>
          </a:bodyPr>
          <a:lstStyle>
            <a:lvl1pPr algn="just">
              <a:defRPr sz="2000" b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Esse slide conta com duas colunas para a inserção de informações em formato de lista</a:t>
            </a:r>
          </a:p>
          <a:p>
            <a:pPr lvl="0"/>
            <a:r>
              <a:rPr lang="pt-BR"/>
              <a:t>Se você está construindo um material informativo para consulta, esse formato também pode ser ideal</a:t>
            </a:r>
          </a:p>
          <a:p>
            <a:pPr lvl="0"/>
            <a:r>
              <a:rPr lang="pt-BR"/>
              <a:t>Dessa forma você pode inserir mais informações sem se preocupar</a:t>
            </a:r>
          </a:p>
          <a:p>
            <a:pPr lvl="0"/>
            <a:r>
              <a:rPr lang="pt-BR"/>
              <a:t>Se atente à quantidade de tópicos:</a:t>
            </a:r>
          </a:p>
          <a:p>
            <a:pPr lvl="0"/>
            <a:r>
              <a:rPr lang="pt-BR"/>
              <a:t>5 tópicos de 3 linhas, no máximo, para cada coluna</a:t>
            </a:r>
          </a:p>
          <a:p>
            <a:pPr lvl="0"/>
            <a:r>
              <a:rPr lang="pt-BR"/>
              <a:t>6 tópicos de duas linhas cada podem ser o suficiente</a:t>
            </a:r>
          </a:p>
          <a:p>
            <a:pPr lvl="0"/>
            <a:endParaRPr lang="pt-BR"/>
          </a:p>
          <a:p>
            <a:pPr lvl="0"/>
            <a:r>
              <a:rPr lang="pt-BR"/>
              <a:t>Não utilize esse formato se está apresentando uma ideia que gostaria de ser lida dinamicamente</a:t>
            </a:r>
          </a:p>
          <a:p>
            <a:pPr lvl="0"/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984AD202-BDF6-CC65-1C79-57DF2A49F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29" y="255552"/>
            <a:ext cx="8969001" cy="1063797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Aqui um título de, no máximo, duas linhas.</a:t>
            </a:r>
          </a:p>
        </p:txBody>
      </p:sp>
    </p:spTree>
    <p:extLst>
      <p:ext uri="{BB962C8B-B14F-4D97-AF65-F5344CB8AC3E}">
        <p14:creationId xmlns:p14="http://schemas.microsoft.com/office/powerpoint/2010/main" val="34769796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984AD202-BDF6-CC65-1C79-57DF2A49F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29" y="255552"/>
            <a:ext cx="8969001" cy="1063797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Aqui um título de, no máximo, duas linhas.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7F846D1A-7B4B-FCFB-CD70-14E4F5FA37C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32229" y="1319213"/>
            <a:ext cx="11640684" cy="5130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no ícone e insira uma imagem</a:t>
            </a:r>
          </a:p>
        </p:txBody>
      </p:sp>
    </p:spTree>
    <p:extLst>
      <p:ext uri="{BB962C8B-B14F-4D97-AF65-F5344CB8AC3E}">
        <p14:creationId xmlns:p14="http://schemas.microsoft.com/office/powerpoint/2010/main" val="153768627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7A56B355-4C26-DADA-52D4-AE04ECA6DA8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9" y="1296127"/>
            <a:ext cx="5776913" cy="5130800"/>
          </a:xfrm>
        </p:spPr>
        <p:txBody>
          <a:bodyPr>
            <a:normAutofit/>
          </a:bodyPr>
          <a:lstStyle>
            <a:lvl1pPr>
              <a:defRPr sz="2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pt-BR"/>
              <a:t>Clique no ícone e insira uma imagem</a:t>
            </a:r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1E3F80A7-4421-AE82-92B3-D00C0A97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6" y="1296127"/>
            <a:ext cx="5776910" cy="5130800"/>
          </a:xfrm>
        </p:spPr>
        <p:txBody>
          <a:bodyPr>
            <a:normAutofit/>
          </a:bodyPr>
          <a:lstStyle>
            <a:lvl1pPr>
              <a:defRPr sz="2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14" name="Título 11">
            <a:extLst>
              <a:ext uri="{FF2B5EF4-FFF2-40B4-BE49-F238E27FC236}">
                <a16:creationId xmlns:a16="http://schemas.microsoft.com/office/drawing/2014/main" id="{EBAD897D-E33E-FCE4-0495-BD9B39B660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29" y="255552"/>
            <a:ext cx="8964238" cy="1040575"/>
          </a:xfrm>
        </p:spPr>
        <p:txBody>
          <a:bodyPr>
            <a:noAutofit/>
          </a:bodyPr>
          <a:lstStyle>
            <a:lvl1pPr algn="l">
              <a:defRPr sz="3200"/>
            </a:lvl1pPr>
          </a:lstStyle>
          <a:p>
            <a:r>
              <a:rPr lang="pt-BR"/>
              <a:t>Aqui um título de, no máximo, duas linhas.</a:t>
            </a:r>
          </a:p>
        </p:txBody>
      </p:sp>
    </p:spTree>
    <p:extLst>
      <p:ext uri="{BB962C8B-B14F-4D97-AF65-F5344CB8AC3E}">
        <p14:creationId xmlns:p14="http://schemas.microsoft.com/office/powerpoint/2010/main" val="42467272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1E3F80A7-4421-AE82-92B3-D00C0A97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6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894C058-EE29-9DF2-F705-8D1B4EA1A2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6874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10" name="Título 8">
            <a:extLst>
              <a:ext uri="{FF2B5EF4-FFF2-40B4-BE49-F238E27FC236}">
                <a16:creationId xmlns:a16="http://schemas.microsoft.com/office/drawing/2014/main" id="{8D6CC4DE-E356-1371-3BBF-B3AC2443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3" y="255552"/>
            <a:ext cx="8886906" cy="104057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575638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7126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78076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9591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06996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7BCE-DF1C-9941-A12E-A31A5F71AD93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81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EED F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4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rco 140"/>
          <p:cNvSpPr/>
          <p:nvPr userDrawn="1"/>
        </p:nvSpPr>
        <p:spPr>
          <a:xfrm>
            <a:off x="10911840" y="5577840"/>
            <a:ext cx="2560320" cy="2560320"/>
          </a:xfrm>
          <a:prstGeom prst="arc">
            <a:avLst>
              <a:gd name="adj1" fmla="val 10800000"/>
              <a:gd name="adj2" fmla="val 15720000"/>
            </a:avLst>
          </a:prstGeom>
          <a:noFill/>
          <a:ln w="177800" cap="flat">
            <a:solidFill>
              <a:srgbClr val="1D2A40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Arco 90"/>
          <p:cNvSpPr/>
          <p:nvPr userDrawn="1"/>
        </p:nvSpPr>
        <p:spPr>
          <a:xfrm>
            <a:off x="11369040" y="6035040"/>
            <a:ext cx="1645920" cy="1645920"/>
          </a:xfrm>
          <a:prstGeom prst="arc">
            <a:avLst>
              <a:gd name="adj1" fmla="val 12000000"/>
              <a:gd name="adj2" fmla="val 17100000"/>
            </a:avLst>
          </a:prstGeom>
          <a:noFill/>
          <a:ln w="127000" cap="flat">
            <a:solidFill>
              <a:srgbClr val="1D2A40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Arco 60"/>
          <p:cNvSpPr/>
          <p:nvPr userDrawn="1"/>
        </p:nvSpPr>
        <p:spPr>
          <a:xfrm>
            <a:off x="11643360" y="6309360"/>
            <a:ext cx="1097280" cy="1097280"/>
          </a:xfrm>
          <a:prstGeom prst="arc">
            <a:avLst>
              <a:gd name="adj1" fmla="val 11100000"/>
              <a:gd name="adj2" fmla="val 16080000"/>
            </a:avLst>
          </a:prstGeom>
          <a:noFill/>
          <a:ln w="19050" cap="flat">
            <a:solidFill>
              <a:srgbClr val="1FC8B0">
                <a:alpha val="7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Ponto 60"/>
          <p:cNvSpPr/>
          <p:nvPr userDrawn="1"/>
        </p:nvSpPr>
        <p:spPr>
          <a:xfrm>
            <a:off x="12134753" y="6271594"/>
            <a:ext cx="76200" cy="76200"/>
          </a:xfrm>
          <a:prstGeom prst="ellipse">
            <a:avLst/>
          </a:prstGeom>
          <a:solidFill>
            <a:srgbClr val="1FC8B0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Arco 105"/>
          <p:cNvSpPr/>
          <p:nvPr userDrawn="1"/>
        </p:nvSpPr>
        <p:spPr>
          <a:xfrm>
            <a:off x="11231880" y="5897880"/>
            <a:ext cx="1920240" cy="1920240"/>
          </a:xfrm>
          <a:prstGeom prst="arc">
            <a:avLst>
              <a:gd name="adj1" fmla="val 11400000"/>
              <a:gd name="adj2" fmla="val 15300000"/>
            </a:avLst>
          </a:prstGeom>
          <a:noFill/>
          <a:ln w="19050" cap="flat">
            <a:solidFill>
              <a:srgbClr val="2FB6D9">
                <a:alpha val="7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Ponto 105"/>
          <p:cNvSpPr/>
          <p:nvPr userDrawn="1"/>
        </p:nvSpPr>
        <p:spPr>
          <a:xfrm>
            <a:off x="11905403" y="5892495"/>
            <a:ext cx="76200" cy="76200"/>
          </a:xfrm>
          <a:prstGeom prst="ellipse">
            <a:avLst/>
          </a:prstGeom>
          <a:solidFill>
            <a:srgbClr val="2FB6D9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Arco 125"/>
          <p:cNvSpPr/>
          <p:nvPr userDrawn="1"/>
        </p:nvSpPr>
        <p:spPr>
          <a:xfrm>
            <a:off x="11049000" y="5715000"/>
            <a:ext cx="2286000" cy="2286000"/>
          </a:xfrm>
          <a:prstGeom prst="arc">
            <a:avLst>
              <a:gd name="adj1" fmla="val 12300000"/>
              <a:gd name="adj2" fmla="val 16800000"/>
            </a:avLst>
          </a:prstGeom>
          <a:noFill/>
          <a:ln w="19050" cap="flat">
            <a:solidFill>
              <a:srgbClr val="4C8DF6">
                <a:alpha val="7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Ponto 125"/>
          <p:cNvSpPr/>
          <p:nvPr userDrawn="1"/>
        </p:nvSpPr>
        <p:spPr>
          <a:xfrm>
            <a:off x="12352380" y="5694265"/>
            <a:ext cx="76200" cy="76200"/>
          </a:xfrm>
          <a:prstGeom prst="ellipse">
            <a:avLst/>
          </a:prstGeom>
          <a:solidFill>
            <a:srgbClr val="4C8DF6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Arco 165"/>
          <p:cNvSpPr/>
          <p:nvPr userDrawn="1"/>
        </p:nvSpPr>
        <p:spPr>
          <a:xfrm>
            <a:off x="10683240" y="5349240"/>
            <a:ext cx="3017520" cy="3017520"/>
          </a:xfrm>
          <a:prstGeom prst="arc">
            <a:avLst>
              <a:gd name="adj1" fmla="val 10920000"/>
              <a:gd name="adj2" fmla="val 14700000"/>
            </a:avLst>
          </a:prstGeom>
          <a:noFill/>
          <a:ln w="19050" cap="flat">
            <a:solidFill>
              <a:srgbClr val="1FC8B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Ponto 165"/>
          <p:cNvSpPr/>
          <p:nvPr userDrawn="1"/>
        </p:nvSpPr>
        <p:spPr>
          <a:xfrm>
            <a:off x="11516270" y="5452499"/>
            <a:ext cx="76200" cy="76200"/>
          </a:xfrm>
          <a:prstGeom prst="ellipse">
            <a:avLst/>
          </a:prstGeom>
          <a:solidFill>
            <a:srgbClr val="1FC8B0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2229" y="255552"/>
            <a:ext cx="11713028" cy="1209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2229" y="1764781"/>
            <a:ext cx="11713028" cy="1209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10" name="AWS Community Builders badge" descr="AWS Community Builders"/>
          <p:cNvPicPr>
            <a:picLocks noChangeAspect="1"/>
          </p:cNvPicPr>
          <p:nvPr userDrawn="1"/>
        </p:nvPicPr>
        <p:blipFill>
          <a:blip r:embed="rId55"/>
          <a:stretch>
            <a:fillRect/>
          </a:stretch>
        </p:blipFill>
        <p:spPr>
          <a:xfrm>
            <a:off x="11328400" y="1524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437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  <p:sldLayoutId id="2147483974" r:id="rId17"/>
    <p:sldLayoutId id="2147483975" r:id="rId18"/>
    <p:sldLayoutId id="2147483976" r:id="rId19"/>
    <p:sldLayoutId id="2147483977" r:id="rId20"/>
    <p:sldLayoutId id="2147483978" r:id="rId21"/>
    <p:sldLayoutId id="2147483979" r:id="rId22"/>
    <p:sldLayoutId id="2147483980" r:id="rId23"/>
    <p:sldLayoutId id="2147483981" r:id="rId24"/>
    <p:sldLayoutId id="2147483982" r:id="rId25"/>
    <p:sldLayoutId id="2147483983" r:id="rId26"/>
    <p:sldLayoutId id="2147483984" r:id="rId27"/>
    <p:sldLayoutId id="2147483985" r:id="rId28"/>
    <p:sldLayoutId id="2147483986" r:id="rId29"/>
    <p:sldLayoutId id="214748398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4" r:id="rId37"/>
    <p:sldLayoutId id="2147483995" r:id="rId38"/>
    <p:sldLayoutId id="2147483996" r:id="rId39"/>
    <p:sldLayoutId id="2147483997" r:id="rId40"/>
    <p:sldLayoutId id="2147483998" r:id="rId41"/>
    <p:sldLayoutId id="2147483999" r:id="rId42"/>
    <p:sldLayoutId id="2147484000" r:id="rId43"/>
    <p:sldLayoutId id="2147484001" r:id="rId44"/>
    <p:sldLayoutId id="2147484002" r:id="rId45"/>
    <p:sldLayoutId id="2147484003" r:id="rId46"/>
    <p:sldLayoutId id="2147484004" r:id="rId47"/>
    <p:sldLayoutId id="2147484005" r:id="rId48"/>
    <p:sldLayoutId id="2147484006" r:id="rId49"/>
    <p:sldLayoutId id="2147484007" r:id="rId50"/>
    <p:sldLayoutId id="2147484008" r:id="rId51"/>
    <p:sldLayoutId id="2147484009" r:id="rId52"/>
    <p:sldLayoutId id="2147484010" r:id="rId5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96B61-D6B0-A217-A03A-985FE16AA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Mentoria AWS Community Builders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14B7FE-3988-F2BE-8611-9B2E2D258F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Preparação e acompanhamento para aplicação</a:t>
            </a:r>
          </a:p>
        </p:txBody>
      </p:sp>
    </p:spTree>
    <p:extLst>
      <p:ext uri="{BB962C8B-B14F-4D97-AF65-F5344CB8AC3E}">
        <p14:creationId xmlns:p14="http://schemas.microsoft.com/office/powerpoint/2010/main" val="301845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0732363-0242-D53C-56B7-28DCCC8801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t-BR" sz="1800" dirty="0"/>
              <a:t>Cronograma até a Submissão</a:t>
            </a:r>
          </a:p>
          <a:p>
            <a:r>
              <a:rPr lang="pt-BR" sz="1800" dirty="0"/>
              <a:t>Categorias e Serviços</a:t>
            </a:r>
          </a:p>
          <a:p>
            <a:r>
              <a:rPr lang="pt-BR" sz="1800" dirty="0"/>
              <a:t>Etapa 01 – Fundação;</a:t>
            </a:r>
          </a:p>
          <a:p>
            <a:r>
              <a:rPr lang="pt-BR" sz="1800" dirty="0"/>
              <a:t>Ideias e insights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B71C162-ECC0-3340-802D-061566BC3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1095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67D7D-35E3-8C30-DDEA-63F07833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Cronograma até a Submissão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19DA144-9E6E-4DBE-8E77-85826C83D147}"/>
              </a:ext>
            </a:extLst>
          </p:cNvPr>
          <p:cNvSpPr/>
          <p:nvPr/>
        </p:nvSpPr>
        <p:spPr>
          <a:xfrm>
            <a:off x="698500" y="1719439"/>
            <a:ext cx="3429000" cy="1905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AC9AF5A-EF83-471C-B214-2AE307BB2470}"/>
              </a:ext>
            </a:extLst>
          </p:cNvPr>
          <p:cNvSpPr/>
          <p:nvPr/>
        </p:nvSpPr>
        <p:spPr>
          <a:xfrm>
            <a:off x="889000" y="1909939"/>
            <a:ext cx="457200" cy="457200"/>
          </a:xfrm>
          <a:prstGeom prst="ellipse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61E2D"/>
                </a:solidFill>
              </a:rPr>
              <a:t>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BF15C72-33BE-4DCA-A03D-0CDE36A3A80A}"/>
              </a:ext>
            </a:extLst>
          </p:cNvPr>
          <p:cNvSpPr txBox="1"/>
          <p:nvPr/>
        </p:nvSpPr>
        <p:spPr>
          <a:xfrm>
            <a:off x="1460500" y="1948039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Fundação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97A905-E8D5-49C8-8589-DACFDB306B74}"/>
              </a:ext>
            </a:extLst>
          </p:cNvPr>
          <p:cNvSpPr txBox="1"/>
          <p:nvPr/>
        </p:nvSpPr>
        <p:spPr>
          <a:xfrm>
            <a:off x="889000" y="2544939"/>
            <a:ext cx="304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FFFFFF"/>
                </a:solidFill>
              </a:rPr>
              <a:t>Categoria, plataforma e metas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1DBA3E0-3076-4DF8-8E5B-2AE47F48E67B}"/>
              </a:ext>
            </a:extLst>
          </p:cNvPr>
          <p:cNvSpPr/>
          <p:nvPr/>
        </p:nvSpPr>
        <p:spPr>
          <a:xfrm>
            <a:off x="4381500" y="1719439"/>
            <a:ext cx="3429000" cy="1905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DA7F151-1881-4F86-B756-D3491CE92855}"/>
              </a:ext>
            </a:extLst>
          </p:cNvPr>
          <p:cNvSpPr/>
          <p:nvPr/>
        </p:nvSpPr>
        <p:spPr>
          <a:xfrm>
            <a:off x="4572000" y="1909939"/>
            <a:ext cx="457200" cy="457200"/>
          </a:xfrm>
          <a:prstGeom prst="ellipse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61E2D"/>
                </a:solidFill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D5B46A6-88FF-4F72-8CB8-EF0D9AF84303}"/>
              </a:ext>
            </a:extLst>
          </p:cNvPr>
          <p:cNvSpPr txBox="1"/>
          <p:nvPr/>
        </p:nvSpPr>
        <p:spPr>
          <a:xfrm>
            <a:off x="5143500" y="1948039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Entregas Mínimas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4E1D1-595F-4F39-A0C2-DE3465B2FE6D}"/>
              </a:ext>
            </a:extLst>
          </p:cNvPr>
          <p:cNvSpPr txBox="1"/>
          <p:nvPr/>
        </p:nvSpPr>
        <p:spPr>
          <a:xfrm>
            <a:off x="4572000" y="2544939"/>
            <a:ext cx="304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FFFFFF"/>
                </a:solidFill>
              </a:rPr>
              <a:t>LinkedIn, Dev.to, primeiro post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6B19078-96A1-49F6-B228-9C65DA06DA4A}"/>
              </a:ext>
            </a:extLst>
          </p:cNvPr>
          <p:cNvSpPr/>
          <p:nvPr/>
        </p:nvSpPr>
        <p:spPr>
          <a:xfrm>
            <a:off x="8064500" y="1719439"/>
            <a:ext cx="3429000" cy="1905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2345A77-4E35-415E-A631-67764B6D6A51}"/>
              </a:ext>
            </a:extLst>
          </p:cNvPr>
          <p:cNvSpPr/>
          <p:nvPr/>
        </p:nvSpPr>
        <p:spPr>
          <a:xfrm>
            <a:off x="8255000" y="1909939"/>
            <a:ext cx="457200" cy="457200"/>
          </a:xfrm>
          <a:prstGeom prst="ellipse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61E2D"/>
                </a:solidFill>
              </a:rPr>
              <a:t>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E5F6FCD-AE34-4583-A479-E64081459168}"/>
              </a:ext>
            </a:extLst>
          </p:cNvPr>
          <p:cNvSpPr txBox="1"/>
          <p:nvPr/>
        </p:nvSpPr>
        <p:spPr>
          <a:xfrm>
            <a:off x="8826500" y="1948039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Consistência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6CAFD28-5F69-47DE-A69B-22B96D90DECF}"/>
              </a:ext>
            </a:extLst>
          </p:cNvPr>
          <p:cNvSpPr txBox="1"/>
          <p:nvPr/>
        </p:nvSpPr>
        <p:spPr>
          <a:xfrm>
            <a:off x="8255000" y="2544939"/>
            <a:ext cx="304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FFFFFF"/>
                </a:solidFill>
              </a:rPr>
              <a:t>Frequência e reuso de conteúdo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6A5CF84-65A7-475E-B911-2626BC209E18}"/>
              </a:ext>
            </a:extLst>
          </p:cNvPr>
          <p:cNvSpPr/>
          <p:nvPr/>
        </p:nvSpPr>
        <p:spPr>
          <a:xfrm>
            <a:off x="698500" y="3827639"/>
            <a:ext cx="3429000" cy="1905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439D37C-5F43-4322-ACCC-51FD7E627D71}"/>
              </a:ext>
            </a:extLst>
          </p:cNvPr>
          <p:cNvSpPr/>
          <p:nvPr/>
        </p:nvSpPr>
        <p:spPr>
          <a:xfrm>
            <a:off x="889000" y="4018139"/>
            <a:ext cx="457200" cy="457200"/>
          </a:xfrm>
          <a:prstGeom prst="ellipse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61E2D"/>
                </a:solidFill>
              </a:rPr>
              <a:t>4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339100F-E324-405B-A286-44231CE3D6CB}"/>
              </a:ext>
            </a:extLst>
          </p:cNvPr>
          <p:cNvSpPr txBox="1"/>
          <p:nvPr/>
        </p:nvSpPr>
        <p:spPr>
          <a:xfrm>
            <a:off x="1460500" y="4056239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Comunidade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422DA7B-D039-470A-BDA2-3AB37CE05BB6}"/>
              </a:ext>
            </a:extLst>
          </p:cNvPr>
          <p:cNvSpPr txBox="1"/>
          <p:nvPr/>
        </p:nvSpPr>
        <p:spPr>
          <a:xfrm>
            <a:off x="889000" y="4653139"/>
            <a:ext cx="304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FFFFFF"/>
                </a:solidFill>
              </a:rPr>
              <a:t>Comentar, User Groups, Re:Post</a:t>
            </a:r>
            <a:endParaRPr lang="pt-BR" sz="1400">
              <a:solidFill>
                <a:srgbClr val="FFFFFF"/>
              </a:solidFill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5618DF1-57A5-49EF-A93F-A8BB5748A77A}"/>
              </a:ext>
            </a:extLst>
          </p:cNvPr>
          <p:cNvSpPr/>
          <p:nvPr/>
        </p:nvSpPr>
        <p:spPr>
          <a:xfrm>
            <a:off x="4381500" y="3827639"/>
            <a:ext cx="3429000" cy="1905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7366FAB-FB52-486F-9F5B-36EF4675E85F}"/>
              </a:ext>
            </a:extLst>
          </p:cNvPr>
          <p:cNvSpPr/>
          <p:nvPr/>
        </p:nvSpPr>
        <p:spPr>
          <a:xfrm>
            <a:off x="4572000" y="4018139"/>
            <a:ext cx="457200" cy="457200"/>
          </a:xfrm>
          <a:prstGeom prst="ellipse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61E2D"/>
                </a:solidFill>
              </a:rPr>
              <a:t>5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228AF6E-3F6D-47F7-B73B-2F2479816A49}"/>
              </a:ext>
            </a:extLst>
          </p:cNvPr>
          <p:cNvSpPr txBox="1"/>
          <p:nvPr/>
        </p:nvSpPr>
        <p:spPr>
          <a:xfrm>
            <a:off x="5143500" y="4056239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Marca Pessoal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469426B-0864-4B90-B5C0-D02F4B675A98}"/>
              </a:ext>
            </a:extLst>
          </p:cNvPr>
          <p:cNvSpPr txBox="1"/>
          <p:nvPr/>
        </p:nvSpPr>
        <p:spPr>
          <a:xfrm>
            <a:off x="4572000" y="4653139"/>
            <a:ext cx="304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FFFFFF"/>
                </a:solidFill>
              </a:rPr>
              <a:t>Nicho, posicionamento, linguagem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C3A41AD-8DAD-4538-A88A-FBF6148A9A5E}"/>
              </a:ext>
            </a:extLst>
          </p:cNvPr>
          <p:cNvSpPr/>
          <p:nvPr/>
        </p:nvSpPr>
        <p:spPr>
          <a:xfrm>
            <a:off x="8064500" y="3827639"/>
            <a:ext cx="3429000" cy="1905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E034158-5984-4190-B143-9668D090B657}"/>
              </a:ext>
            </a:extLst>
          </p:cNvPr>
          <p:cNvSpPr/>
          <p:nvPr/>
        </p:nvSpPr>
        <p:spPr>
          <a:xfrm>
            <a:off x="8255000" y="4018139"/>
            <a:ext cx="457200" cy="457200"/>
          </a:xfrm>
          <a:prstGeom prst="ellipse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61E2D"/>
                </a:solidFill>
              </a:rPr>
              <a:t>6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D7D71A9-344D-425B-9661-9493D6031D9F}"/>
              </a:ext>
            </a:extLst>
          </p:cNvPr>
          <p:cNvSpPr txBox="1"/>
          <p:nvPr/>
        </p:nvSpPr>
        <p:spPr>
          <a:xfrm>
            <a:off x="8826500" y="4056239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Revisão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CDFA18C-9964-4624-A224-2CFCD0E1AC3B}"/>
              </a:ext>
            </a:extLst>
          </p:cNvPr>
          <p:cNvSpPr txBox="1"/>
          <p:nvPr/>
        </p:nvSpPr>
        <p:spPr>
          <a:xfrm>
            <a:off x="8255000" y="4653139"/>
            <a:ext cx="304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FFFFFF"/>
                </a:solidFill>
              </a:rPr>
              <a:t>Análise crítica, gaps e impacto</a:t>
            </a:r>
          </a:p>
        </p:txBody>
      </p:sp>
    </p:spTree>
    <p:extLst>
      <p:ext uri="{BB962C8B-B14F-4D97-AF65-F5344CB8AC3E}">
        <p14:creationId xmlns:p14="http://schemas.microsoft.com/office/powerpoint/2010/main" val="1832916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96A2B-D2A5-9594-40B7-494AB5ED98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Etapa 1 — Fundação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5E78122-C3B3-81F2-CE46-63914100F195}"/>
              </a:ext>
            </a:extLst>
          </p:cNvPr>
          <p:cNvGrpSpPr/>
          <p:nvPr/>
        </p:nvGrpSpPr>
        <p:grpSpPr>
          <a:xfrm>
            <a:off x="762000" y="2227438"/>
            <a:ext cx="3302000" cy="3048000"/>
            <a:chOff x="762000" y="2227438"/>
            <a:chExt cx="3302000" cy="3048000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FBA1341E-9F28-422C-9D64-92C806EB60A4}"/>
                </a:ext>
              </a:extLst>
            </p:cNvPr>
            <p:cNvSpPr/>
            <p:nvPr/>
          </p:nvSpPr>
          <p:spPr>
            <a:xfrm>
              <a:off x="762000" y="2227438"/>
              <a:ext cx="3302000" cy="3048000"/>
            </a:xfrm>
            <a:prstGeom prst="roundRect">
              <a:avLst/>
            </a:prstGeom>
            <a:solidFill>
              <a:srgbClr val="232F3E"/>
            </a:solidFill>
            <a:ln w="12700" cap="flat" cmpd="sng" algn="ctr">
              <a:solidFill>
                <a:srgbClr val="3A4B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/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501F0729-37A3-44A9-8F11-D7E0A3C126D2}"/>
                </a:ext>
              </a:extLst>
            </p:cNvPr>
            <p:cNvSpPr/>
            <p:nvPr/>
          </p:nvSpPr>
          <p:spPr>
            <a:xfrm>
              <a:off x="2139950" y="2481438"/>
              <a:ext cx="508000" cy="508000"/>
            </a:xfrm>
            <a:prstGeom prst="ellipse">
              <a:avLst/>
            </a:prstGeom>
            <a:solidFill>
              <a:srgbClr val="FF9900"/>
            </a:solidFill>
            <a:ln w="10795" cap="flat" cmpd="sng" algn="ctr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pt-BR" b="1">
                  <a:solidFill>
                    <a:srgbClr val="161E2D"/>
                  </a:solidFill>
                </a:rPr>
                <a:t>1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03BA1B8F-BAC8-405D-AC36-F2AA5AF249A7}"/>
                </a:ext>
              </a:extLst>
            </p:cNvPr>
            <p:cNvSpPr txBox="1"/>
            <p:nvPr/>
          </p:nvSpPr>
          <p:spPr>
            <a:xfrm>
              <a:off x="952500" y="3179938"/>
              <a:ext cx="2921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pt-BR" b="1">
                  <a:solidFill>
                    <a:srgbClr val="FFFFFF"/>
                  </a:solidFill>
                </a:rPr>
                <a:t>Definir Categoria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FAE6791E-6191-46FB-99D0-272D4D48AFD2}"/>
                </a:ext>
              </a:extLst>
            </p:cNvPr>
            <p:cNvSpPr txBox="1"/>
            <p:nvPr/>
          </p:nvSpPr>
          <p:spPr>
            <a:xfrm>
              <a:off x="952500" y="3687938"/>
              <a:ext cx="2921000" cy="1270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pt-BR" sz="1400">
                  <a:solidFill>
                    <a:srgbClr val="FFFFFF"/>
                  </a:solidFill>
                </a:rPr>
                <a:t>Escolha a categoria técnica que melhor representa sua expertise e contribuições</a:t>
              </a:r>
            </a:p>
          </p:txBody>
        </p:sp>
      </p:grp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21E3A61-62BD-4F63-A687-145D082CBC19}"/>
              </a:ext>
            </a:extLst>
          </p:cNvPr>
          <p:cNvSpPr/>
          <p:nvPr/>
        </p:nvSpPr>
        <p:spPr>
          <a:xfrm>
            <a:off x="4425950" y="2227438"/>
            <a:ext cx="3302000" cy="3048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9D9C701-8800-45E5-9834-A4E54E10116E}"/>
              </a:ext>
            </a:extLst>
          </p:cNvPr>
          <p:cNvSpPr/>
          <p:nvPr/>
        </p:nvSpPr>
        <p:spPr>
          <a:xfrm>
            <a:off x="5842000" y="2481438"/>
            <a:ext cx="508000" cy="508000"/>
          </a:xfrm>
          <a:prstGeom prst="ellipse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61E2D"/>
                </a:solidFill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AE781E1-9750-44AD-B63A-FA588FCA1282}"/>
              </a:ext>
            </a:extLst>
          </p:cNvPr>
          <p:cNvSpPr txBox="1"/>
          <p:nvPr/>
        </p:nvSpPr>
        <p:spPr>
          <a:xfrm>
            <a:off x="4635500" y="3179938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Definir Plataforma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34C0B-83F0-4E74-B9F2-BBA336A8AC97}"/>
              </a:ext>
            </a:extLst>
          </p:cNvPr>
          <p:cNvSpPr txBox="1"/>
          <p:nvPr/>
        </p:nvSpPr>
        <p:spPr>
          <a:xfrm>
            <a:off x="4635500" y="3687938"/>
            <a:ext cx="2921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FFFFFF"/>
                </a:solidFill>
              </a:rPr>
              <a:t>Selecione onde publicar: Dev.to, LinkedIn, blog pessoal, YouTube, etc.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CC29C41-C812-4D2C-8D6B-1BDDF28A21F3}"/>
              </a:ext>
            </a:extLst>
          </p:cNvPr>
          <p:cNvSpPr/>
          <p:nvPr/>
        </p:nvSpPr>
        <p:spPr>
          <a:xfrm>
            <a:off x="8128000" y="2252838"/>
            <a:ext cx="3302000" cy="3048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6AA8C40-4AA7-424A-8784-1474CA09D44B}"/>
              </a:ext>
            </a:extLst>
          </p:cNvPr>
          <p:cNvSpPr/>
          <p:nvPr/>
        </p:nvSpPr>
        <p:spPr>
          <a:xfrm>
            <a:off x="9525000" y="2481438"/>
            <a:ext cx="508000" cy="508000"/>
          </a:xfrm>
          <a:prstGeom prst="ellipse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61E2D"/>
                </a:solidFill>
              </a:rPr>
              <a:t>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7737FC3-AB02-480A-8B1E-084DA7BE9FCE}"/>
              </a:ext>
            </a:extLst>
          </p:cNvPr>
          <p:cNvSpPr txBox="1"/>
          <p:nvPr/>
        </p:nvSpPr>
        <p:spPr>
          <a:xfrm>
            <a:off x="8318500" y="3179938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Criar Metas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496D8FC-9129-48A1-9801-0A08B2FCC4F7}"/>
              </a:ext>
            </a:extLst>
          </p:cNvPr>
          <p:cNvSpPr txBox="1"/>
          <p:nvPr/>
        </p:nvSpPr>
        <p:spPr>
          <a:xfrm>
            <a:off x="8318500" y="3687938"/>
            <a:ext cx="2921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FFFFFF"/>
                </a:solidFill>
              </a:rPr>
              <a:t>Estabeleça objetivos claros e mensuráveis até a data de submissão</a:t>
            </a:r>
          </a:p>
        </p:txBody>
      </p:sp>
      <p:pic>
        <p:nvPicPr>
          <p:cNvPr id="18" name="Gráfico 17" descr="Início com preenchimento sólido">
            <a:extLst>
              <a:ext uri="{FF2B5EF4-FFF2-40B4-BE49-F238E27FC236}">
                <a16:creationId xmlns:a16="http://schemas.microsoft.com/office/drawing/2014/main" id="{721F6182-ADFB-BD82-2A16-FAC8B324C2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359606"/>
            <a:ext cx="584200" cy="584200"/>
          </a:xfrm>
          <a:prstGeom prst="rect">
            <a:avLst/>
          </a:prstGeom>
        </p:spPr>
      </p:pic>
      <p:pic>
        <p:nvPicPr>
          <p:cNvPr id="20" name="Gráfico 19" descr="Lista de Verificação com preenchimento sólido">
            <a:extLst>
              <a:ext uri="{FF2B5EF4-FFF2-40B4-BE49-F238E27FC236}">
                <a16:creationId xmlns:a16="http://schemas.microsoft.com/office/drawing/2014/main" id="{D77F8CB2-8C1E-4887-8623-D106E4A6A8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4050" y="2295613"/>
            <a:ext cx="693825" cy="693825"/>
          </a:xfrm>
          <a:prstGeom prst="rect">
            <a:avLst/>
          </a:prstGeom>
        </p:spPr>
      </p:pic>
      <p:pic>
        <p:nvPicPr>
          <p:cNvPr id="22" name="Gráfico 21" descr="Crescimento Comercial com preenchimento sólido">
            <a:extLst>
              <a:ext uri="{FF2B5EF4-FFF2-40B4-BE49-F238E27FC236}">
                <a16:creationId xmlns:a16="http://schemas.microsoft.com/office/drawing/2014/main" id="{73B0722B-4FCC-40EB-BE04-34357F256F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252838"/>
            <a:ext cx="7366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18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051EB-2FE5-02E2-FBC7-4BA8966B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00"/>
            <a:ext cx="8915400" cy="1638300"/>
          </a:xfrm>
        </p:spPr>
        <p:txBody>
          <a:bodyPr/>
          <a:lstStyle/>
          <a:p>
            <a:r>
              <a:rPr lang="pt-BR" dirty="0"/>
              <a:t>Categorias &amp; Serviços AWS (1/2)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256D7BF-ECDC-4404-AAC3-5242F38B879C}"/>
              </a:ext>
            </a:extLst>
          </p:cNvPr>
          <p:cNvSpPr/>
          <p:nvPr/>
        </p:nvSpPr>
        <p:spPr>
          <a:xfrm>
            <a:off x="762000" y="1592439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B6D4005-EF24-47CB-9F57-D2FB68193124}"/>
              </a:ext>
            </a:extLst>
          </p:cNvPr>
          <p:cNvSpPr txBox="1"/>
          <p:nvPr/>
        </p:nvSpPr>
        <p:spPr>
          <a:xfrm>
            <a:off x="1371600" y="1617839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AI Engineering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C64AD30-E8C8-41E9-9ECA-F75932190865}"/>
              </a:ext>
            </a:extLst>
          </p:cNvPr>
          <p:cNvSpPr txBox="1"/>
          <p:nvPr/>
        </p:nvSpPr>
        <p:spPr>
          <a:xfrm>
            <a:off x="1371600" y="1948039"/>
            <a:ext cx="946785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D5DBE6"/>
                </a:solidFill>
              </a:rPr>
              <a:t>Bedrock, SageMaker, Amazon Q, Nova, Comprehend, Textract, Rekognition</a:t>
            </a:r>
            <a:endParaRPr lang="pt-BR" sz="1400">
              <a:solidFill>
                <a:srgbClr val="D5DBE6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DFC35AF-8127-4C0D-9125-72F50E360C77}"/>
              </a:ext>
            </a:extLst>
          </p:cNvPr>
          <p:cNvSpPr/>
          <p:nvPr/>
        </p:nvSpPr>
        <p:spPr>
          <a:xfrm>
            <a:off x="762000" y="2557639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00659A-F4FD-4F55-9D34-BD011CD752C5}"/>
              </a:ext>
            </a:extLst>
          </p:cNvPr>
          <p:cNvSpPr txBox="1"/>
          <p:nvPr/>
        </p:nvSpPr>
        <p:spPr>
          <a:xfrm>
            <a:off x="1371600" y="2583039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Cloud Operations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A773387-B654-455E-B44D-DFFD9396FAA2}"/>
              </a:ext>
            </a:extLst>
          </p:cNvPr>
          <p:cNvSpPr txBox="1"/>
          <p:nvPr/>
        </p:nvSpPr>
        <p:spPr>
          <a:xfrm>
            <a:off x="1371600" y="2913239"/>
            <a:ext cx="1066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D5DBE6"/>
                </a:solidFill>
              </a:rPr>
              <a:t>CloudWatch, CloudTrail, AWS Config, Systems Manager, Trusted Advisor, Health Dashboard</a:t>
            </a:r>
            <a:endParaRPr lang="pt-BR" sz="1400">
              <a:solidFill>
                <a:srgbClr val="D5DBE6"/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713C43-2012-40A2-A41F-238544D9572E}"/>
              </a:ext>
            </a:extLst>
          </p:cNvPr>
          <p:cNvSpPr/>
          <p:nvPr/>
        </p:nvSpPr>
        <p:spPr>
          <a:xfrm>
            <a:off x="762000" y="3522839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10CE0DD-9A65-413A-B3D5-D51333D0E182}"/>
              </a:ext>
            </a:extLst>
          </p:cNvPr>
          <p:cNvSpPr txBox="1"/>
          <p:nvPr/>
        </p:nvSpPr>
        <p:spPr>
          <a:xfrm>
            <a:off x="1371600" y="3548239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Containers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814FE13-628B-44CF-A26B-E635A458621D}"/>
              </a:ext>
            </a:extLst>
          </p:cNvPr>
          <p:cNvSpPr txBox="1"/>
          <p:nvPr/>
        </p:nvSpPr>
        <p:spPr>
          <a:xfrm>
            <a:off x="1371600" y="3878439"/>
            <a:ext cx="1066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D5DBE6"/>
                </a:solidFill>
              </a:rPr>
              <a:t>ECS, EKS, Fargate, ECR, App Runner, Bottlerocket</a:t>
            </a:r>
            <a:endParaRPr lang="pt-BR" sz="1400">
              <a:solidFill>
                <a:srgbClr val="D5DBE6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77DC753-A06B-4045-8803-CD3FB699CDCE}"/>
              </a:ext>
            </a:extLst>
          </p:cNvPr>
          <p:cNvSpPr/>
          <p:nvPr/>
        </p:nvSpPr>
        <p:spPr>
          <a:xfrm>
            <a:off x="762000" y="4488039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B4E59D0-93AA-4A84-AA71-354363415C31}"/>
              </a:ext>
            </a:extLst>
          </p:cNvPr>
          <p:cNvSpPr txBox="1"/>
          <p:nvPr/>
        </p:nvSpPr>
        <p:spPr>
          <a:xfrm>
            <a:off x="1371600" y="4513439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63DB8A-A552-4CF6-90FC-2FD040A65643}"/>
              </a:ext>
            </a:extLst>
          </p:cNvPr>
          <p:cNvSpPr txBox="1"/>
          <p:nvPr/>
        </p:nvSpPr>
        <p:spPr>
          <a:xfrm>
            <a:off x="1371600" y="4843639"/>
            <a:ext cx="1066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D5DBE6"/>
                </a:solidFill>
              </a:rPr>
              <a:t>DynamoDB, RDS, Aurora, Redshift, Athena, Glue, EMR, Lake Formation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7322DB9-1AF0-4F6D-8A2A-ECF3D501533D}"/>
              </a:ext>
            </a:extLst>
          </p:cNvPr>
          <p:cNvSpPr/>
          <p:nvPr/>
        </p:nvSpPr>
        <p:spPr>
          <a:xfrm>
            <a:off x="762000" y="5453239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4037E73-A197-4A8F-AF63-AACF273058B7}"/>
              </a:ext>
            </a:extLst>
          </p:cNvPr>
          <p:cNvSpPr txBox="1"/>
          <p:nvPr/>
        </p:nvSpPr>
        <p:spPr>
          <a:xfrm>
            <a:off x="1371600" y="5478639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DevTools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5E02CE3-5C2C-44BC-A45B-BA9CA03FE8D8}"/>
              </a:ext>
            </a:extLst>
          </p:cNvPr>
          <p:cNvSpPr txBox="1"/>
          <p:nvPr/>
        </p:nvSpPr>
        <p:spPr>
          <a:xfrm>
            <a:off x="1371600" y="5808839"/>
            <a:ext cx="1066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D5DBE6"/>
                </a:solidFill>
              </a:rPr>
              <a:t>CodeCommit, CodeBuild, CodeDeploy, CodePipeline, CloudFormation, CDK</a:t>
            </a:r>
          </a:p>
        </p:txBody>
      </p:sp>
      <p:pic>
        <p:nvPicPr>
          <p:cNvPr id="18" name="Graphic 18" descr="AI Engineer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1663700"/>
            <a:ext cx="381000" cy="381000"/>
          </a:xfrm>
          <a:prstGeom prst="rect">
            <a:avLst/>
          </a:prstGeom>
        </p:spPr>
      </p:pic>
      <p:pic>
        <p:nvPicPr>
          <p:cNvPr id="19" name="Graphic 19" descr="Cloud Operation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2628900"/>
            <a:ext cx="381000" cy="381000"/>
          </a:xfrm>
          <a:prstGeom prst="rect">
            <a:avLst/>
          </a:prstGeom>
        </p:spPr>
      </p:pic>
      <p:pic>
        <p:nvPicPr>
          <p:cNvPr id="20" name="Graphic 20" descr="Container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3594100"/>
            <a:ext cx="381000" cy="381000"/>
          </a:xfrm>
          <a:prstGeom prst="rect">
            <a:avLst/>
          </a:prstGeom>
        </p:spPr>
      </p:pic>
      <p:pic>
        <p:nvPicPr>
          <p:cNvPr id="21" name="Graphic 21" descr="DevTool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5524500"/>
            <a:ext cx="381000" cy="381000"/>
          </a:xfrm>
          <a:prstGeom prst="rect">
            <a:avLst/>
          </a:prstGeom>
        </p:spPr>
      </p:pic>
      <p:pic>
        <p:nvPicPr>
          <p:cNvPr id="22" name="Graphic 22" descr="Data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4559300"/>
            <a:ext cx="381000" cy="381000"/>
          </a:xfrm>
          <a:prstGeom prst="rect">
            <a:avLst/>
          </a:prstGeom>
        </p:spPr>
      </p:pic>
      <p:pic>
        <p:nvPicPr>
          <p:cNvPr id="29" name="Gráfico 28" descr="Início com preenchimento sólido">
            <a:extLst>
              <a:ext uri="{FF2B5EF4-FFF2-40B4-BE49-F238E27FC236}">
                <a16:creationId xmlns:a16="http://schemas.microsoft.com/office/drawing/2014/main" id="{DEDA9BBD-FE4D-057A-136F-9F2C48CD6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6743" y="568396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551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8A333-56F3-6D28-2714-2D648A1C2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00"/>
            <a:ext cx="8915400" cy="1638300"/>
          </a:xfrm>
        </p:spPr>
        <p:txBody>
          <a:bodyPr/>
          <a:lstStyle/>
          <a:p>
            <a:r>
              <a:rPr lang="pt-BR" dirty="0"/>
              <a:t>Categorias &amp; Serviços AWS (2/2)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7DE8BBC-6196-48C2-9D77-490C17CA8339}"/>
              </a:ext>
            </a:extLst>
          </p:cNvPr>
          <p:cNvSpPr/>
          <p:nvPr/>
        </p:nvSpPr>
        <p:spPr>
          <a:xfrm>
            <a:off x="762000" y="1592439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EF55EC-E9FF-44D0-AF67-CA1E7F3BE79E}"/>
              </a:ext>
            </a:extLst>
          </p:cNvPr>
          <p:cNvSpPr txBox="1"/>
          <p:nvPr/>
        </p:nvSpPr>
        <p:spPr>
          <a:xfrm>
            <a:off x="1371600" y="1617839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 dirty="0">
                <a:solidFill>
                  <a:srgbClr val="FFFFFF"/>
                </a:solidFill>
              </a:rPr>
              <a:t>Front-</a:t>
            </a:r>
            <a:r>
              <a:rPr lang="pt-BR" sz="1600" b="1" dirty="0" err="1">
                <a:solidFill>
                  <a:srgbClr val="FFFFFF"/>
                </a:solidFill>
              </a:rPr>
              <a:t>End</a:t>
            </a:r>
            <a:r>
              <a:rPr lang="pt-BR" sz="1600" b="1" dirty="0">
                <a:solidFill>
                  <a:srgbClr val="FFFFFF"/>
                </a:solidFill>
              </a:rPr>
              <a:t> Web &amp; Mobile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898247-1700-4069-A987-227AC45371EF}"/>
              </a:ext>
            </a:extLst>
          </p:cNvPr>
          <p:cNvSpPr txBox="1"/>
          <p:nvPr/>
        </p:nvSpPr>
        <p:spPr>
          <a:xfrm>
            <a:off x="1371600" y="1948039"/>
            <a:ext cx="920115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D5DBE6"/>
                </a:solidFill>
              </a:rPr>
              <a:t>Amplify, AppSync, Cognito, Device Farm, Pinpoint</a:t>
            </a:r>
            <a:endParaRPr lang="pt-BR" sz="1400">
              <a:solidFill>
                <a:srgbClr val="D5DBE6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C7301E3-5FF4-48BA-A6B7-CE7BBB137E91}"/>
              </a:ext>
            </a:extLst>
          </p:cNvPr>
          <p:cNvSpPr/>
          <p:nvPr/>
        </p:nvSpPr>
        <p:spPr>
          <a:xfrm>
            <a:off x="762000" y="2557639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AA354E5-86F9-4227-ADA2-70D7720859E6}"/>
              </a:ext>
            </a:extLst>
          </p:cNvPr>
          <p:cNvSpPr txBox="1"/>
          <p:nvPr/>
        </p:nvSpPr>
        <p:spPr>
          <a:xfrm>
            <a:off x="1371600" y="25951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Networking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C594F07-1FB4-4C46-8EF6-9972EFB8684B}"/>
              </a:ext>
            </a:extLst>
          </p:cNvPr>
          <p:cNvSpPr txBox="1"/>
          <p:nvPr/>
        </p:nvSpPr>
        <p:spPr>
          <a:xfrm>
            <a:off x="1371600" y="2913239"/>
            <a:ext cx="1066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D5DBE6"/>
                </a:solidFill>
              </a:rPr>
              <a:t>VPC, Route 53, CloudFront, Transit Gateway, Direct Connect, Global Accelerator</a:t>
            </a:r>
            <a:endParaRPr lang="pt-BR" sz="1400">
              <a:solidFill>
                <a:srgbClr val="D5DBE6"/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904704F-F5CE-48CE-AF12-F960DCD02946}"/>
              </a:ext>
            </a:extLst>
          </p:cNvPr>
          <p:cNvSpPr/>
          <p:nvPr/>
        </p:nvSpPr>
        <p:spPr>
          <a:xfrm>
            <a:off x="762000" y="3522839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077DA5-7F61-4B10-A85A-DA04A94C58D3}"/>
              </a:ext>
            </a:extLst>
          </p:cNvPr>
          <p:cNvSpPr txBox="1"/>
          <p:nvPr/>
        </p:nvSpPr>
        <p:spPr>
          <a:xfrm>
            <a:off x="1371600" y="3548239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3F04DD1-940A-4607-9458-8907F35C70FA}"/>
              </a:ext>
            </a:extLst>
          </p:cNvPr>
          <p:cNvSpPr txBox="1"/>
          <p:nvPr/>
        </p:nvSpPr>
        <p:spPr>
          <a:xfrm>
            <a:off x="1371600" y="3878439"/>
            <a:ext cx="1066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D5DBE6"/>
                </a:solidFill>
              </a:rPr>
              <a:t>IAM, IAM Identity Center, KMS, Secrets Manager, GuardDuty, Security Hub, WAF, Shield</a:t>
            </a:r>
            <a:endParaRPr lang="pt-BR" sz="1400">
              <a:solidFill>
                <a:srgbClr val="D5DBE6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4128E7F-B951-41C4-B7A4-7A55DD5969B9}"/>
              </a:ext>
            </a:extLst>
          </p:cNvPr>
          <p:cNvSpPr/>
          <p:nvPr/>
        </p:nvSpPr>
        <p:spPr>
          <a:xfrm>
            <a:off x="762000" y="4488039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CB2D29A-5820-44C0-9E89-FA68D95DA022}"/>
              </a:ext>
            </a:extLst>
          </p:cNvPr>
          <p:cNvSpPr txBox="1"/>
          <p:nvPr/>
        </p:nvSpPr>
        <p:spPr>
          <a:xfrm>
            <a:off x="1371600" y="4513439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Serverless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C70FDD3-B1C6-4B04-940A-EA9E5795B65E}"/>
              </a:ext>
            </a:extLst>
          </p:cNvPr>
          <p:cNvSpPr txBox="1"/>
          <p:nvPr/>
        </p:nvSpPr>
        <p:spPr>
          <a:xfrm>
            <a:off x="1371600" y="4843639"/>
            <a:ext cx="1066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D5DBE6"/>
                </a:solidFill>
              </a:rPr>
              <a:t>Lambda, API Gateway, Step Functions, EventBridge, SQS, SNS</a:t>
            </a:r>
            <a:endParaRPr lang="pt-BR" sz="1400">
              <a:solidFill>
                <a:srgbClr val="D5DBE6"/>
              </a:solidFill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CF19B39-9A42-4532-8010-954F2095FDAA}"/>
              </a:ext>
            </a:extLst>
          </p:cNvPr>
          <p:cNvSpPr/>
          <p:nvPr/>
        </p:nvSpPr>
        <p:spPr>
          <a:xfrm>
            <a:off x="762000" y="5453239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0C838B2-F35F-48CB-BBB5-9686B98BF3BC}"/>
              </a:ext>
            </a:extLst>
          </p:cNvPr>
          <p:cNvSpPr txBox="1"/>
          <p:nvPr/>
        </p:nvSpPr>
        <p:spPr>
          <a:xfrm>
            <a:off x="1371600" y="5478639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8330826-66FC-4413-833C-CAF27EF59733}"/>
              </a:ext>
            </a:extLst>
          </p:cNvPr>
          <p:cNvSpPr txBox="1"/>
          <p:nvPr/>
        </p:nvSpPr>
        <p:spPr>
          <a:xfrm>
            <a:off x="1371600" y="5808839"/>
            <a:ext cx="1066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D5DBE6"/>
                </a:solidFill>
              </a:rPr>
              <a:t>S3, EFS, FSx, Storage Gateway, Backup, Elastic Disaster Recovery</a:t>
            </a:r>
            <a:endParaRPr lang="pt-BR" sz="1400">
              <a:solidFill>
                <a:srgbClr val="D5DBE6"/>
              </a:solidFill>
            </a:endParaRPr>
          </a:p>
        </p:txBody>
      </p:sp>
      <p:pic>
        <p:nvPicPr>
          <p:cNvPr id="18" name="Graphic 18" descr="Front-End Web &amp; Mobi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1663700"/>
            <a:ext cx="381000" cy="381000"/>
          </a:xfrm>
          <a:prstGeom prst="rect">
            <a:avLst/>
          </a:prstGeom>
        </p:spPr>
      </p:pic>
      <p:pic>
        <p:nvPicPr>
          <p:cNvPr id="19" name="Graphic 19" descr="Network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2628900"/>
            <a:ext cx="381000" cy="381000"/>
          </a:xfrm>
          <a:prstGeom prst="rect">
            <a:avLst/>
          </a:prstGeom>
        </p:spPr>
      </p:pic>
      <p:pic>
        <p:nvPicPr>
          <p:cNvPr id="20" name="Graphic 20" descr="Securit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3594100"/>
            <a:ext cx="381000" cy="381000"/>
          </a:xfrm>
          <a:prstGeom prst="rect">
            <a:avLst/>
          </a:prstGeom>
        </p:spPr>
      </p:pic>
      <p:pic>
        <p:nvPicPr>
          <p:cNvPr id="21" name="Graphic 21" descr="Serverles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4559300"/>
            <a:ext cx="381000" cy="381000"/>
          </a:xfrm>
          <a:prstGeom prst="rect">
            <a:avLst/>
          </a:prstGeom>
        </p:spPr>
      </p:pic>
      <p:pic>
        <p:nvPicPr>
          <p:cNvPr id="22" name="Graphic 22" descr="Storag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524500"/>
            <a:ext cx="381000" cy="381000"/>
          </a:xfrm>
          <a:prstGeom prst="rect">
            <a:avLst/>
          </a:prstGeom>
        </p:spPr>
      </p:pic>
      <p:pic>
        <p:nvPicPr>
          <p:cNvPr id="23" name="Gráfico 22" descr="Início com preenchimento sólido">
            <a:extLst>
              <a:ext uri="{FF2B5EF4-FFF2-40B4-BE49-F238E27FC236}">
                <a16:creationId xmlns:a16="http://schemas.microsoft.com/office/drawing/2014/main" id="{C3BA78F9-DDF6-BE69-CC29-689ECDF2E2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6743" y="568396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5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7464-7D22-9BBE-5F2E-3D8A2ED05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56BCB-C684-E57B-D835-0DE9FA4F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00"/>
            <a:ext cx="8915400" cy="1638300"/>
          </a:xfrm>
        </p:spPr>
        <p:txBody>
          <a:bodyPr/>
          <a:lstStyle/>
          <a:p>
            <a:r>
              <a:rPr lang="pt-BR" dirty="0"/>
              <a:t>Plataformas sugeridas</a:t>
            </a:r>
          </a:p>
        </p:txBody>
      </p:sp>
      <p:pic>
        <p:nvPicPr>
          <p:cNvPr id="24" name="Gráfico 23" descr="Crescimento Comercial com preenchimento sólido">
            <a:extLst>
              <a:ext uri="{FF2B5EF4-FFF2-40B4-BE49-F238E27FC236}">
                <a16:creationId xmlns:a16="http://schemas.microsoft.com/office/drawing/2014/main" id="{2FB28725-8AF5-D44A-8750-E9E41AB21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" y="567515"/>
            <a:ext cx="736600" cy="73660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76B989C-93EC-4970-BB67-EAC90A01E899}"/>
              </a:ext>
            </a:extLst>
          </p:cNvPr>
          <p:cNvSpPr/>
          <p:nvPr/>
        </p:nvSpPr>
        <p:spPr>
          <a:xfrm>
            <a:off x="596900" y="1879600"/>
            <a:ext cx="3429000" cy="4191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455558D-7903-4DF3-A7FD-1FAEB5DE9AFF}"/>
              </a:ext>
            </a:extLst>
          </p:cNvPr>
          <p:cNvSpPr txBox="1"/>
          <p:nvPr/>
        </p:nvSpPr>
        <p:spPr>
          <a:xfrm>
            <a:off x="1231900" y="20701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Dev.to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1969965-A41F-47C5-A83A-F42E851401C0}"/>
              </a:ext>
            </a:extLst>
          </p:cNvPr>
          <p:cNvSpPr txBox="1"/>
          <p:nvPr/>
        </p:nvSpPr>
        <p:spPr>
          <a:xfrm>
            <a:off x="1231900" y="24511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FF9900"/>
                </a:solidFill>
              </a:rPr>
              <a:t>Blog técnico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A21C7D-CB3E-4A41-BF65-8649CE1F7EEF}"/>
              </a:ext>
            </a:extLst>
          </p:cNvPr>
          <p:cNvSpPr txBox="1"/>
          <p:nvPr/>
        </p:nvSpPr>
        <p:spPr>
          <a:xfrm>
            <a:off x="787400" y="2895600"/>
            <a:ext cx="3048000" cy="210846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pt-BR" sz="1200" dirty="0">
                <a:solidFill>
                  <a:srgbClr val="FFFFFF"/>
                </a:solidFill>
              </a:rPr>
              <a:t>Indexação no Google, seus artigos aparecem em buscas técnicas;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pt-BR" sz="1200" dirty="0">
                <a:solidFill>
                  <a:srgbClr val="FFFFFF"/>
                </a:solidFill>
              </a:rPr>
              <a:t>Comunidade AWS CB engajada, com feedback e visibilidade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pt-BR" sz="1200" dirty="0">
                <a:solidFill>
                  <a:srgbClr val="FFFFFF"/>
                </a:solidFill>
              </a:rPr>
              <a:t>Posts contam como "conteúdo original" na aplicação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pt-BR" sz="1200" dirty="0">
                <a:solidFill>
                  <a:srgbClr val="FFFFFF"/>
                </a:solidFill>
              </a:rPr>
              <a:t>Markdown simples, fácil de publicar e reutilizar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pt-BR" sz="1200" dirty="0">
                <a:solidFill>
                  <a:srgbClr val="FFFFFF"/>
                </a:solidFill>
              </a:rPr>
              <a:t>Bom para quem gosta de escrever e não curte colocar a cara a jogo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13BE267-A9B2-42B0-B3D4-D86F47A42789}"/>
              </a:ext>
            </a:extLst>
          </p:cNvPr>
          <p:cNvSpPr/>
          <p:nvPr/>
        </p:nvSpPr>
        <p:spPr>
          <a:xfrm>
            <a:off x="4406900" y="1879600"/>
            <a:ext cx="3429000" cy="4191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7B7842-903F-4DDA-A53B-EF99C8A8B3C0}"/>
              </a:ext>
            </a:extLst>
          </p:cNvPr>
          <p:cNvSpPr txBox="1"/>
          <p:nvPr/>
        </p:nvSpPr>
        <p:spPr>
          <a:xfrm>
            <a:off x="5041900" y="20701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 dirty="0">
                <a:solidFill>
                  <a:srgbClr val="FFFFFF"/>
                </a:solidFill>
              </a:rPr>
              <a:t>AWS </a:t>
            </a:r>
            <a:r>
              <a:rPr lang="pt-BR" b="1" dirty="0" err="1">
                <a:solidFill>
                  <a:srgbClr val="FFFFFF"/>
                </a:solidFill>
              </a:rPr>
              <a:t>Builder</a:t>
            </a:r>
            <a:r>
              <a:rPr lang="pt-BR" b="1" dirty="0">
                <a:solidFill>
                  <a:srgbClr val="FFFFFF"/>
                </a:solidFill>
              </a:rPr>
              <a:t> Center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AE1625A-595B-4A8B-A5E5-701500D06A04}"/>
              </a:ext>
            </a:extLst>
          </p:cNvPr>
          <p:cNvSpPr txBox="1"/>
          <p:nvPr/>
        </p:nvSpPr>
        <p:spPr>
          <a:xfrm>
            <a:off x="5041900" y="2451100"/>
            <a:ext cx="2667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>
                <a:solidFill>
                  <a:srgbClr val="FF9900"/>
                </a:solidFill>
              </a:rPr>
              <a:t>Rede AWS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91BA3D3-E75E-430B-A5CB-930678E04ABC}"/>
              </a:ext>
            </a:extLst>
          </p:cNvPr>
          <p:cNvSpPr txBox="1"/>
          <p:nvPr/>
        </p:nvSpPr>
        <p:spPr>
          <a:xfrm>
            <a:off x="4597400" y="2895600"/>
            <a:ext cx="3048000" cy="12877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pt-BR" sz="1200" dirty="0">
                <a:solidFill>
                  <a:srgbClr val="FFFFFF"/>
                </a:solidFill>
              </a:rPr>
              <a:t>Networking direto com outros </a:t>
            </a:r>
            <a:r>
              <a:rPr lang="pt-BR" sz="1200" dirty="0" err="1">
                <a:solidFill>
                  <a:srgbClr val="FFFFFF"/>
                </a:solidFill>
              </a:rPr>
              <a:t>Builders</a:t>
            </a:r>
            <a:r>
              <a:rPr lang="pt-BR" sz="1200" dirty="0">
                <a:solidFill>
                  <a:srgbClr val="FFFFFF"/>
                </a:solidFill>
              </a:rPr>
              <a:t> e AWS </a:t>
            </a:r>
            <a:r>
              <a:rPr lang="pt-BR" sz="1200" dirty="0" err="1">
                <a:solidFill>
                  <a:srgbClr val="FFFFFF"/>
                </a:solidFill>
              </a:rPr>
              <a:t>Heroes</a:t>
            </a:r>
            <a:endParaRPr lang="pt-BR" sz="1200" dirty="0">
              <a:solidFill>
                <a:srgbClr val="FFFFFF"/>
              </a:solidFill>
            </a:endParaRP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pt-BR" sz="1200" dirty="0">
                <a:solidFill>
                  <a:srgbClr val="FFFFFF"/>
                </a:solidFill>
              </a:rPr>
              <a:t>Posts geram engajamento rápido e constroem autoridade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pt-BR" sz="1200" dirty="0">
                <a:solidFill>
                  <a:srgbClr val="FFFFFF"/>
                </a:solidFill>
              </a:rPr>
              <a:t>Demonstra impacto na comunidade para a aplicação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C795039-BF61-4015-807F-6151C607CE4A}"/>
              </a:ext>
            </a:extLst>
          </p:cNvPr>
          <p:cNvSpPr/>
          <p:nvPr/>
        </p:nvSpPr>
        <p:spPr>
          <a:xfrm>
            <a:off x="8216900" y="1879600"/>
            <a:ext cx="3429000" cy="4191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290FD4C-521E-4AE5-8B4F-3544B684340E}"/>
              </a:ext>
            </a:extLst>
          </p:cNvPr>
          <p:cNvSpPr txBox="1"/>
          <p:nvPr/>
        </p:nvSpPr>
        <p:spPr>
          <a:xfrm>
            <a:off x="8851900" y="20701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YouTube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3226FA7-B107-4D7B-A992-59BE9B6499C6}"/>
              </a:ext>
            </a:extLst>
          </p:cNvPr>
          <p:cNvSpPr txBox="1"/>
          <p:nvPr/>
        </p:nvSpPr>
        <p:spPr>
          <a:xfrm>
            <a:off x="8851900" y="24511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FF9900"/>
                </a:solidFill>
              </a:rPr>
              <a:t>Conteúdo em vídeo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085C019-E153-4231-A6B2-2FED11775B62}"/>
              </a:ext>
            </a:extLst>
          </p:cNvPr>
          <p:cNvSpPr txBox="1"/>
          <p:nvPr/>
        </p:nvSpPr>
        <p:spPr>
          <a:xfrm>
            <a:off x="8407400" y="2895600"/>
            <a:ext cx="3048000" cy="148008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pt-BR" sz="1200" dirty="0">
                <a:solidFill>
                  <a:srgbClr val="FFFFFF"/>
                </a:solidFill>
              </a:rPr>
              <a:t>Formato preferido para tutoriais e demos práticas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pt-BR" sz="1200" dirty="0">
                <a:solidFill>
                  <a:srgbClr val="FFFFFF"/>
                </a:solidFill>
              </a:rPr>
              <a:t>Diferencial forte, % baixa de </a:t>
            </a:r>
            <a:r>
              <a:rPr lang="pt-BR" sz="1200" dirty="0" err="1">
                <a:solidFill>
                  <a:srgbClr val="FFFFFF"/>
                </a:solidFill>
              </a:rPr>
              <a:t>Builders</a:t>
            </a:r>
            <a:r>
              <a:rPr lang="pt-BR" sz="1200" dirty="0">
                <a:solidFill>
                  <a:srgbClr val="FFFFFF"/>
                </a:solidFill>
              </a:rPr>
              <a:t> produzem vídeo em PT-BR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pt-BR" sz="1200" dirty="0">
                <a:solidFill>
                  <a:srgbClr val="FFFFFF"/>
                </a:solidFill>
              </a:rPr>
              <a:t>Mostra habilidade de comunicação técnica</a:t>
            </a:r>
          </a:p>
        </p:txBody>
      </p:sp>
      <p:pic>
        <p:nvPicPr>
          <p:cNvPr id="25" name="Graphic 25" descr="Dev.to writ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070100"/>
            <a:ext cx="381000" cy="381000"/>
          </a:xfrm>
          <a:prstGeom prst="rect">
            <a:avLst/>
          </a:prstGeom>
        </p:spPr>
      </p:pic>
      <p:pic>
        <p:nvPicPr>
          <p:cNvPr id="26" name="Graphic 26" descr="LinkedIn professiona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070100"/>
            <a:ext cx="381000" cy="381000"/>
          </a:xfrm>
          <a:prstGeom prst="rect">
            <a:avLst/>
          </a:prstGeom>
        </p:spPr>
      </p:pic>
      <p:pic>
        <p:nvPicPr>
          <p:cNvPr id="27" name="Graphic 27" descr="YouTube video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20701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6468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64752-7883-ACDF-E44C-067B53D5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D484C-6458-029A-93F5-06B5AA69F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00"/>
            <a:ext cx="8915400" cy="1638300"/>
          </a:xfrm>
        </p:spPr>
        <p:txBody>
          <a:bodyPr/>
          <a:lstStyle/>
          <a:p>
            <a:r>
              <a:rPr lang="pt-BR" dirty="0"/>
              <a:t>Como criar suas metas</a:t>
            </a:r>
          </a:p>
        </p:txBody>
      </p:sp>
      <p:pic>
        <p:nvPicPr>
          <p:cNvPr id="15" name="Gráfico 14" descr="Lista de Verificação com preenchimento sólido">
            <a:extLst>
              <a:ext uri="{FF2B5EF4-FFF2-40B4-BE49-F238E27FC236}">
                <a16:creationId xmlns:a16="http://schemas.microsoft.com/office/drawing/2014/main" id="{82A6B72B-F527-BA07-FCF2-360A7973A7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75" y="588902"/>
            <a:ext cx="693825" cy="693825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15BF744-CA0F-4A35-A130-B2C61B12E218}"/>
              </a:ext>
            </a:extLst>
          </p:cNvPr>
          <p:cNvSpPr/>
          <p:nvPr/>
        </p:nvSpPr>
        <p:spPr>
          <a:xfrm>
            <a:off x="596900" y="2413000"/>
            <a:ext cx="3429000" cy="3683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C1C3BAA-DE40-444C-95D4-4FBB1EF23270}"/>
              </a:ext>
            </a:extLst>
          </p:cNvPr>
          <p:cNvSpPr txBox="1"/>
          <p:nvPr/>
        </p:nvSpPr>
        <p:spPr>
          <a:xfrm>
            <a:off x="1231900" y="26035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Curto Prazo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CD7BAD-E7E0-4FEC-A510-BBF38B927C09}"/>
              </a:ext>
            </a:extLst>
          </p:cNvPr>
          <p:cNvSpPr txBox="1"/>
          <p:nvPr/>
        </p:nvSpPr>
        <p:spPr>
          <a:xfrm>
            <a:off x="1231900" y="29591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FF9900"/>
                </a:solidFill>
              </a:rPr>
              <a:t>Primeiros 30 dias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766E149-CAEC-499C-8DBF-A2CE5DC8D7A2}"/>
              </a:ext>
            </a:extLst>
          </p:cNvPr>
          <p:cNvSpPr txBox="1"/>
          <p:nvPr/>
        </p:nvSpPr>
        <p:spPr>
          <a:xfrm>
            <a:off x="787400" y="3378200"/>
            <a:ext cx="3048000" cy="13613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100"/>
              </a:spcBef>
              <a:buFont typeface="Arial"/>
              <a:buChar char="•"/>
            </a:pPr>
            <a:r>
              <a:rPr lang="pt-BR" sz="1400" dirty="0">
                <a:solidFill>
                  <a:srgbClr val="FFFFFF"/>
                </a:solidFill>
              </a:rPr>
              <a:t>2 artigos no Dev.to sobre serviços AWS que já uso</a:t>
            </a:r>
          </a:p>
          <a:p>
            <a:pPr marL="171450" indent="-171450">
              <a:lnSpc>
                <a:spcPct val="150000"/>
              </a:lnSpc>
              <a:spcBef>
                <a:spcPts val="100"/>
              </a:spcBef>
              <a:buFont typeface="Arial"/>
              <a:buChar char="•"/>
            </a:pPr>
            <a:r>
              <a:rPr lang="pt-BR" sz="1400" dirty="0">
                <a:solidFill>
                  <a:srgbClr val="FFFFFF"/>
                </a:solidFill>
              </a:rPr>
              <a:t>Definir nicho: qual categoria técnica?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00FD219-FCFB-4D81-B5FF-8110BD1B258D}"/>
              </a:ext>
            </a:extLst>
          </p:cNvPr>
          <p:cNvSpPr/>
          <p:nvPr/>
        </p:nvSpPr>
        <p:spPr>
          <a:xfrm>
            <a:off x="4406900" y="2413000"/>
            <a:ext cx="3429000" cy="3683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944B21-37C5-47E3-9087-690453486ABF}"/>
              </a:ext>
            </a:extLst>
          </p:cNvPr>
          <p:cNvSpPr txBox="1"/>
          <p:nvPr/>
        </p:nvSpPr>
        <p:spPr>
          <a:xfrm>
            <a:off x="5041900" y="26035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Médio Prazo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A39F2B-9C34-4242-A45F-0E1230EC84B1}"/>
              </a:ext>
            </a:extLst>
          </p:cNvPr>
          <p:cNvSpPr txBox="1"/>
          <p:nvPr/>
        </p:nvSpPr>
        <p:spPr>
          <a:xfrm>
            <a:off x="5041900" y="29591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FF9900"/>
                </a:solidFill>
              </a:rPr>
              <a:t>30 a 90 dias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0B02E32-681A-4E61-9DD3-2F39C9E0CE8E}"/>
              </a:ext>
            </a:extLst>
          </p:cNvPr>
          <p:cNvSpPr txBox="1"/>
          <p:nvPr/>
        </p:nvSpPr>
        <p:spPr>
          <a:xfrm>
            <a:off x="4597400" y="3378200"/>
            <a:ext cx="3048000" cy="202055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100"/>
              </a:spcBef>
              <a:buFont typeface="Arial"/>
              <a:buChar char="•"/>
            </a:pPr>
            <a:r>
              <a:rPr lang="pt-BR" sz="1400" dirty="0">
                <a:solidFill>
                  <a:srgbClr val="FFFFFF"/>
                </a:solidFill>
              </a:rPr>
              <a:t>Frequência: 1 post/semana (Dev.to ou </a:t>
            </a:r>
            <a:r>
              <a:rPr lang="pt-BR" sz="1400" dirty="0" err="1">
                <a:solidFill>
                  <a:srgbClr val="FFFFFF"/>
                </a:solidFill>
              </a:rPr>
              <a:t>builder</a:t>
            </a:r>
            <a:r>
              <a:rPr lang="pt-BR" sz="1400" dirty="0">
                <a:solidFill>
                  <a:srgbClr val="FFFFFF"/>
                </a:solidFill>
              </a:rPr>
              <a:t> center)</a:t>
            </a:r>
          </a:p>
          <a:p>
            <a:pPr marL="171450" indent="-171450">
              <a:lnSpc>
                <a:spcPct val="150000"/>
              </a:lnSpc>
              <a:spcBef>
                <a:spcPts val="100"/>
              </a:spcBef>
              <a:buFont typeface="Arial"/>
              <a:buChar char="•"/>
            </a:pPr>
            <a:r>
              <a:rPr lang="pt-BR" sz="1400" dirty="0">
                <a:solidFill>
                  <a:srgbClr val="FFFFFF"/>
                </a:solidFill>
              </a:rPr>
              <a:t>Participar de 1 evento ou </a:t>
            </a:r>
            <a:r>
              <a:rPr lang="pt-BR" sz="1400" dirty="0" err="1">
                <a:solidFill>
                  <a:srgbClr val="FFFFFF"/>
                </a:solidFill>
              </a:rPr>
              <a:t>meetups</a:t>
            </a:r>
            <a:r>
              <a:rPr lang="pt-BR" sz="1400" dirty="0">
                <a:solidFill>
                  <a:srgbClr val="FFFFFF"/>
                </a:solidFill>
              </a:rPr>
              <a:t> AWS</a:t>
            </a:r>
          </a:p>
          <a:p>
            <a:pPr marL="171450" indent="-171450">
              <a:lnSpc>
                <a:spcPct val="150000"/>
              </a:lnSpc>
              <a:spcBef>
                <a:spcPts val="100"/>
              </a:spcBef>
              <a:buFont typeface="Arial"/>
              <a:buChar char="•"/>
            </a:pPr>
            <a:r>
              <a:rPr lang="pt-BR" sz="1400" dirty="0">
                <a:solidFill>
                  <a:srgbClr val="FFFFFF"/>
                </a:solidFill>
              </a:rPr>
              <a:t>Engajar: comentar, compartilhar, </a:t>
            </a:r>
            <a:r>
              <a:rPr lang="pt-BR" sz="1400" dirty="0" err="1">
                <a:solidFill>
                  <a:srgbClr val="FFFFFF"/>
                </a:solidFill>
              </a:rPr>
              <a:t>re:Post</a:t>
            </a:r>
            <a:endParaRPr lang="pt-BR" sz="1400" dirty="0">
              <a:solidFill>
                <a:srgbClr val="FFFFFF"/>
              </a:solidFill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4106648-DCD9-4226-B44D-5285AA336D75}"/>
              </a:ext>
            </a:extLst>
          </p:cNvPr>
          <p:cNvSpPr/>
          <p:nvPr/>
        </p:nvSpPr>
        <p:spPr>
          <a:xfrm>
            <a:off x="8216900" y="2413000"/>
            <a:ext cx="3429000" cy="3683000"/>
          </a:xfrm>
          <a:prstGeom prst="roundRect">
            <a:avLst/>
          </a:prstGeom>
          <a:solidFill>
            <a:srgbClr val="232F3E"/>
          </a:solidFill>
          <a:ln w="12700" cap="flat" cmpd="sng" algn="ctr">
            <a:solidFill>
              <a:srgbClr val="3A4B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CA091C-4302-48E1-ACF4-CBB67F915A08}"/>
              </a:ext>
            </a:extLst>
          </p:cNvPr>
          <p:cNvSpPr txBox="1"/>
          <p:nvPr/>
        </p:nvSpPr>
        <p:spPr>
          <a:xfrm>
            <a:off x="8851900" y="26035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Longo Prazo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C3D0D52-8097-47A2-82D6-23FF01A85D82}"/>
              </a:ext>
            </a:extLst>
          </p:cNvPr>
          <p:cNvSpPr txBox="1"/>
          <p:nvPr/>
        </p:nvSpPr>
        <p:spPr>
          <a:xfrm>
            <a:off x="8851900" y="2959100"/>
            <a:ext cx="2667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>
                <a:solidFill>
                  <a:srgbClr val="FF9900"/>
                </a:solidFill>
              </a:rPr>
              <a:t>120 dias até a aplicação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97717D1-BAFE-442E-9658-B9CFE8CFC4A9}"/>
              </a:ext>
            </a:extLst>
          </p:cNvPr>
          <p:cNvSpPr txBox="1"/>
          <p:nvPr/>
        </p:nvSpPr>
        <p:spPr>
          <a:xfrm>
            <a:off x="8407400" y="3378200"/>
            <a:ext cx="3048000" cy="202055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100"/>
              </a:spcBef>
              <a:buFont typeface="Arial"/>
              <a:buChar char="•"/>
            </a:pPr>
            <a:r>
              <a:rPr lang="pt-BR" sz="1400" dirty="0">
                <a:solidFill>
                  <a:srgbClr val="FFFFFF"/>
                </a:solidFill>
              </a:rPr>
              <a:t>Portfólio com 4+ conteúdos técnicos</a:t>
            </a:r>
          </a:p>
          <a:p>
            <a:pPr marL="171450" indent="-171450">
              <a:lnSpc>
                <a:spcPct val="150000"/>
              </a:lnSpc>
              <a:spcBef>
                <a:spcPts val="100"/>
              </a:spcBef>
              <a:buFont typeface="Arial"/>
              <a:buChar char="•"/>
            </a:pPr>
            <a:r>
              <a:rPr lang="pt-BR" sz="1400" dirty="0">
                <a:solidFill>
                  <a:srgbClr val="FFFFFF"/>
                </a:solidFill>
              </a:rPr>
              <a:t>Presença ativa em 2+ plataformas</a:t>
            </a:r>
          </a:p>
          <a:p>
            <a:pPr marL="171450" indent="-171450">
              <a:lnSpc>
                <a:spcPct val="150000"/>
              </a:lnSpc>
              <a:spcBef>
                <a:spcPts val="100"/>
              </a:spcBef>
              <a:buFont typeface="Arial"/>
              <a:buChar char="•"/>
            </a:pPr>
            <a:r>
              <a:rPr lang="pt-BR" sz="1400" dirty="0">
                <a:solidFill>
                  <a:srgbClr val="FFFFFF"/>
                </a:solidFill>
              </a:rPr>
              <a:t>Aplicação revisada e submetida</a:t>
            </a:r>
          </a:p>
        </p:txBody>
      </p:sp>
      <p:pic>
        <p:nvPicPr>
          <p:cNvPr id="18" name="Graphic 18" descr="Target icon for short-term goa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603500"/>
            <a:ext cx="381000" cy="381000"/>
          </a:xfrm>
          <a:prstGeom prst="rect">
            <a:avLst/>
          </a:prstGeom>
        </p:spPr>
      </p:pic>
      <p:pic>
        <p:nvPicPr>
          <p:cNvPr id="19" name="Graphic 19" descr="Rocket icon for mid-term goa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603500"/>
            <a:ext cx="381000" cy="381000"/>
          </a:xfrm>
          <a:prstGeom prst="rect">
            <a:avLst/>
          </a:prstGeom>
        </p:spPr>
      </p:pic>
      <p:pic>
        <p:nvPicPr>
          <p:cNvPr id="20" name="Graphic 20" descr="Trophy icon for long-term goa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26035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413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C219A-60B7-9AB3-609E-FAE3FC19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2C1BC-8D73-88C3-598E-48E6C5142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00"/>
            <a:ext cx="8915400" cy="1638300"/>
          </a:xfrm>
        </p:spPr>
        <p:txBody>
          <a:bodyPr/>
          <a:lstStyle/>
          <a:p>
            <a:r>
              <a:rPr lang="pt-BR" dirty="0"/>
              <a:t>Lição de casa</a:t>
            </a:r>
          </a:p>
        </p:txBody>
      </p:sp>
      <p:pic>
        <p:nvPicPr>
          <p:cNvPr id="15" name="Gráfico 14" descr="Lista de Verificação com preenchimento sólido">
            <a:extLst>
              <a:ext uri="{FF2B5EF4-FFF2-40B4-BE49-F238E27FC236}">
                <a16:creationId xmlns:a16="http://schemas.microsoft.com/office/drawing/2014/main" id="{BADDDB81-9EF0-6B66-3539-EAB9E1BC8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75" y="588902"/>
            <a:ext cx="693825" cy="6938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4CA0831-3D0F-CB5D-A730-450AA9C68166}"/>
              </a:ext>
            </a:extLst>
          </p:cNvPr>
          <p:cNvSpPr/>
          <p:nvPr/>
        </p:nvSpPr>
        <p:spPr>
          <a:xfrm>
            <a:off x="1057275" y="1562281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A1AC9B1-8980-5AF1-82EE-42814536DECA}"/>
              </a:ext>
            </a:extLst>
          </p:cNvPr>
          <p:cNvSpPr txBox="1"/>
          <p:nvPr/>
        </p:nvSpPr>
        <p:spPr>
          <a:xfrm>
            <a:off x="1666875" y="1587681"/>
            <a:ext cx="9350375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 dirty="0">
                <a:solidFill>
                  <a:srgbClr val="FFFFFF"/>
                </a:solidFill>
              </a:rPr>
              <a:t>Criar perfil no dev.to e no aws </a:t>
            </a:r>
            <a:r>
              <a:rPr lang="pt-BR" sz="1600" b="1" dirty="0" err="1">
                <a:solidFill>
                  <a:srgbClr val="FFFFFF"/>
                </a:solidFill>
              </a:rPr>
              <a:t>builder</a:t>
            </a:r>
            <a:r>
              <a:rPr lang="pt-BR" sz="1600" b="1" dirty="0">
                <a:solidFill>
                  <a:srgbClr val="FFFFFF"/>
                </a:solidFill>
              </a:rPr>
              <a:t> center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4B3EBCF-BCD5-C6AB-F151-D5E8429B6D90}"/>
              </a:ext>
            </a:extLst>
          </p:cNvPr>
          <p:cNvSpPr txBox="1"/>
          <p:nvPr/>
        </p:nvSpPr>
        <p:spPr>
          <a:xfrm>
            <a:off x="1666875" y="1917881"/>
            <a:ext cx="946785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D5DBE6"/>
                </a:solidFill>
              </a:rPr>
              <a:t>Me </a:t>
            </a:r>
            <a:r>
              <a:rPr lang="en-US" sz="1400" dirty="0" err="1">
                <a:solidFill>
                  <a:srgbClr val="D5DBE6"/>
                </a:solidFill>
              </a:rPr>
              <a:t>sigam</a:t>
            </a:r>
            <a:endParaRPr lang="pt-BR" sz="1400" dirty="0">
              <a:solidFill>
                <a:srgbClr val="D5DBE6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5C21F7E-C774-6263-1C4E-0466440FE46B}"/>
              </a:ext>
            </a:extLst>
          </p:cNvPr>
          <p:cNvSpPr/>
          <p:nvPr/>
        </p:nvSpPr>
        <p:spPr>
          <a:xfrm>
            <a:off x="1057275" y="2712922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84DD8A8-9245-B4F7-0558-98D825E1A31B}"/>
              </a:ext>
            </a:extLst>
          </p:cNvPr>
          <p:cNvSpPr txBox="1"/>
          <p:nvPr/>
        </p:nvSpPr>
        <p:spPr>
          <a:xfrm>
            <a:off x="1666875" y="2738322"/>
            <a:ext cx="9350375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 dirty="0">
                <a:solidFill>
                  <a:srgbClr val="FFFFFF"/>
                </a:solidFill>
              </a:rPr>
              <a:t>Criar as metas de geração de conteúdo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EA06ED3-0AFD-E162-1D01-1D04A844DFAD}"/>
              </a:ext>
            </a:extLst>
          </p:cNvPr>
          <p:cNvSpPr txBox="1"/>
          <p:nvPr/>
        </p:nvSpPr>
        <p:spPr>
          <a:xfrm>
            <a:off x="1666875" y="3068522"/>
            <a:ext cx="946785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 err="1">
                <a:solidFill>
                  <a:srgbClr val="D5DBE6"/>
                </a:solidFill>
              </a:rPr>
              <a:t>Podem</a:t>
            </a:r>
            <a:r>
              <a:rPr lang="en-US" sz="1400" dirty="0">
                <a:solidFill>
                  <a:srgbClr val="D5DBE6"/>
                </a:solidFill>
              </a:rPr>
              <a:t> me chamar para </a:t>
            </a:r>
            <a:r>
              <a:rPr lang="en-US" sz="1400" dirty="0" err="1">
                <a:solidFill>
                  <a:srgbClr val="D5DBE6"/>
                </a:solidFill>
              </a:rPr>
              <a:t>ajudar</a:t>
            </a:r>
            <a:endParaRPr lang="pt-BR" sz="1400" dirty="0">
              <a:solidFill>
                <a:srgbClr val="D5DBE6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F90A2A2-70AD-FB81-E083-E705AE0DB684}"/>
              </a:ext>
            </a:extLst>
          </p:cNvPr>
          <p:cNvSpPr/>
          <p:nvPr/>
        </p:nvSpPr>
        <p:spPr>
          <a:xfrm>
            <a:off x="1057275" y="3914363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9A7D52F-C27D-5CE1-8B8E-2664CB10D101}"/>
              </a:ext>
            </a:extLst>
          </p:cNvPr>
          <p:cNvSpPr txBox="1"/>
          <p:nvPr/>
        </p:nvSpPr>
        <p:spPr>
          <a:xfrm>
            <a:off x="1666875" y="3939763"/>
            <a:ext cx="9350375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 dirty="0">
                <a:solidFill>
                  <a:srgbClr val="FFFFFF"/>
                </a:solidFill>
              </a:rPr>
              <a:t>Escrever o primeiro esboço para artigo técnico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31E8F2D-647D-D08D-BEEE-7FBD97503B03}"/>
              </a:ext>
            </a:extLst>
          </p:cNvPr>
          <p:cNvSpPr txBox="1"/>
          <p:nvPr/>
        </p:nvSpPr>
        <p:spPr>
          <a:xfrm>
            <a:off x="1666875" y="4269963"/>
            <a:ext cx="946785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 err="1">
                <a:solidFill>
                  <a:srgbClr val="D5DBE6"/>
                </a:solidFill>
              </a:rPr>
              <a:t>Compartilhem</a:t>
            </a:r>
            <a:r>
              <a:rPr lang="en-US" sz="1400" dirty="0">
                <a:solidFill>
                  <a:srgbClr val="D5DBE6"/>
                </a:solidFill>
              </a:rPr>
              <a:t> no </a:t>
            </a:r>
            <a:r>
              <a:rPr lang="en-US" sz="1400" dirty="0" err="1">
                <a:solidFill>
                  <a:srgbClr val="D5DBE6"/>
                </a:solidFill>
              </a:rPr>
              <a:t>grupo</a:t>
            </a:r>
            <a:r>
              <a:rPr lang="en-US" sz="1400" dirty="0">
                <a:solidFill>
                  <a:srgbClr val="D5DBE6"/>
                </a:solidFill>
              </a:rPr>
              <a:t> para </a:t>
            </a:r>
            <a:r>
              <a:rPr lang="en-US" sz="1400" dirty="0" err="1">
                <a:solidFill>
                  <a:srgbClr val="D5DBE6"/>
                </a:solidFill>
              </a:rPr>
              <a:t>ajudarmos</a:t>
            </a:r>
            <a:endParaRPr lang="pt-BR" sz="1400" dirty="0">
              <a:solidFill>
                <a:srgbClr val="D5DBE6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61DDDA5-CB48-2CC8-2FBB-417B72EBC712}"/>
              </a:ext>
            </a:extLst>
          </p:cNvPr>
          <p:cNvSpPr/>
          <p:nvPr/>
        </p:nvSpPr>
        <p:spPr>
          <a:xfrm>
            <a:off x="1057275" y="5103591"/>
            <a:ext cx="50800" cy="863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863813B-45FE-AF87-7267-551B346752F1}"/>
              </a:ext>
            </a:extLst>
          </p:cNvPr>
          <p:cNvSpPr txBox="1"/>
          <p:nvPr/>
        </p:nvSpPr>
        <p:spPr>
          <a:xfrm>
            <a:off x="1666875" y="5128991"/>
            <a:ext cx="9350375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 dirty="0">
                <a:solidFill>
                  <a:srgbClr val="FFFFFF"/>
                </a:solidFill>
              </a:rPr>
              <a:t>(opcional) - Participar de uma ‘novidades aws’ na Darede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35E9D04-B50E-C841-9DDF-B1F34CF7F40B}"/>
              </a:ext>
            </a:extLst>
          </p:cNvPr>
          <p:cNvSpPr txBox="1"/>
          <p:nvPr/>
        </p:nvSpPr>
        <p:spPr>
          <a:xfrm>
            <a:off x="1666875" y="5459191"/>
            <a:ext cx="946785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D5DBE6"/>
                </a:solidFill>
              </a:rPr>
              <a:t>Me </a:t>
            </a:r>
            <a:r>
              <a:rPr lang="en-US" sz="1400" dirty="0" err="1">
                <a:solidFill>
                  <a:srgbClr val="D5DBE6"/>
                </a:solidFill>
              </a:rPr>
              <a:t>avisem</a:t>
            </a:r>
            <a:r>
              <a:rPr lang="en-US" sz="1400" dirty="0">
                <a:solidFill>
                  <a:srgbClr val="D5DBE6"/>
                </a:solidFill>
              </a:rPr>
              <a:t> </a:t>
            </a:r>
            <a:r>
              <a:rPr lang="en-US" sz="1400" dirty="0" err="1">
                <a:solidFill>
                  <a:srgbClr val="D5DBE6"/>
                </a:solidFill>
              </a:rPr>
              <a:t>que</a:t>
            </a:r>
            <a:r>
              <a:rPr lang="en-US" sz="1400" dirty="0">
                <a:solidFill>
                  <a:srgbClr val="D5DBE6"/>
                </a:solidFill>
              </a:rPr>
              <a:t> </a:t>
            </a:r>
            <a:r>
              <a:rPr lang="en-US" sz="1400" dirty="0" err="1">
                <a:solidFill>
                  <a:srgbClr val="D5DBE6"/>
                </a:solidFill>
              </a:rPr>
              <a:t>desenrolo</a:t>
            </a:r>
            <a:endParaRPr lang="pt-BR" sz="1400" dirty="0">
              <a:solidFill>
                <a:srgbClr val="D5DB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886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WS Community Builders [1792526659321]">
  <a:themeElements>
    <a:clrScheme name="AWS Community Builders">
      <a:dk1>
        <a:srgbClr val="161E2D"/>
      </a:dk1>
      <a:lt1>
        <a:srgbClr val="FFFFFF"/>
      </a:lt1>
      <a:dk2>
        <a:srgbClr val="232F3E"/>
      </a:dk2>
      <a:lt2>
        <a:srgbClr val="D5DBE6"/>
      </a:lt2>
      <a:accent1>
        <a:srgbClr val="FF9900"/>
      </a:accent1>
      <a:accent2>
        <a:srgbClr val="4C8DF6"/>
      </a:accent2>
      <a:accent3>
        <a:srgbClr val="1FC8B0"/>
      </a:accent3>
      <a:accent4>
        <a:srgbClr val="2FB6D9"/>
      </a:accent4>
      <a:accent5>
        <a:srgbClr val="8D99AE"/>
      </a:accent5>
      <a:accent6>
        <a:srgbClr val="FFFFFF"/>
      </a:accent6>
      <a:hlink>
        <a:srgbClr val="FF9900"/>
      </a:hlink>
      <a:folHlink>
        <a:srgbClr val="FFB84D"/>
      </a:folHlink>
    </a:clrScheme>
    <a:fontScheme name="Darede">
      <a:majorFont>
        <a:latin typeface="Montserrat Bold"/>
        <a:ea typeface=""/>
        <a:cs typeface=""/>
      </a:majorFont>
      <a:minorFont>
        <a:latin typeface="Montserrat Regular"/>
        <a:ea typeface=""/>
        <a:cs typeface=""/>
      </a:minorFont>
    </a:fontScheme>
    <a:fmtScheme name="Sólidos Suti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ede" id="{895B3F06-F589-4DAC-AAAB-6D9F6CC961D9}" vid="{0830D066-5876-4F2A-9488-4519957997F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9B028B6-6D2A-4C4B-B2A5-DE20699A6305}">
  <we:reference id="f5f369e5-aa35-49d7-ad7b-638152ddb008" version="1.0.0.1" store="EXCatalog" storeType="EXCatalog"/>
  <we:alternateReferences>
    <we:reference id="WA200010001" version="1.0.0.1" store="pt-BR" storeType="OMEX"/>
  </we:alternateReferences>
  <we:properties>
    <we:property name="claude.fileId" value="&quot;779a4023-bea0-4499-afef-eaeb01af784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0A527001218D643BCE2CB5010569311" ma:contentTypeVersion="19" ma:contentTypeDescription="Crie um novo documento." ma:contentTypeScope="" ma:versionID="aacb0b1add0242dbe4a81a6d36f2e0f5">
  <xsd:schema xmlns:xsd="http://www.w3.org/2001/XMLSchema" xmlns:xs="http://www.w3.org/2001/XMLSchema" xmlns:p="http://schemas.microsoft.com/office/2006/metadata/properties" xmlns:ns2="b6d99a4e-ca6f-4b08-b610-a3dd178f736a" xmlns:ns3="1fef7b2c-3f42-430f-9e71-0985d0f17838" targetNamespace="http://schemas.microsoft.com/office/2006/metadata/properties" ma:root="true" ma:fieldsID="fac22f0debc7c34ba2bf1a663a962b04" ns2:_="" ns3:_="">
    <xsd:import namespace="b6d99a4e-ca6f-4b08-b610-a3dd178f736a"/>
    <xsd:import namespace="1fef7b2c-3f42-430f-9e71-0985d0f1783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d99a4e-ca6f-4b08-b610-a3dd178f736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461de86-5708-4044-ab09-a83167688adc}" ma:internalName="TaxCatchAll" ma:showField="CatchAllData" ma:web="b6d99a4e-ca6f-4b08-b610-a3dd178f73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ef7b2c-3f42-430f-9e71-0985d0f178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c88b5477-5822-4d7e-9ab2-6f9c9ae097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6d99a4e-ca6f-4b08-b610-a3dd178f736a">
      <UserInfo>
        <DisplayName>Gabriel Brito de Oliveira</DisplayName>
        <AccountId>69</AccountId>
        <AccountType/>
      </UserInfo>
      <UserInfo>
        <DisplayName>Rodrigo de Carvalho Rocha Oliveira</DisplayName>
        <AccountId>268</AccountId>
        <AccountType/>
      </UserInfo>
    </SharedWithUsers>
    <TaxCatchAll xmlns="b6d99a4e-ca6f-4b08-b610-a3dd178f736a" xsi:nil="true"/>
    <lcf76f155ced4ddcb4097134ff3c332f xmlns="1fef7b2c-3f42-430f-9e71-0985d0f1783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CBE3C5-F07E-4545-951D-7201D1E2FA4C}">
  <ds:schemaRefs>
    <ds:schemaRef ds:uri="1fef7b2c-3f42-430f-9e71-0985d0f17838"/>
    <ds:schemaRef ds:uri="b6d99a4e-ca6f-4b08-b610-a3dd178f73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7C424E5-1323-429E-AD6D-35E702341A42}">
  <ds:schemaRefs>
    <ds:schemaRef ds:uri="1fef7b2c-3f42-430f-9e71-0985d0f17838"/>
    <ds:schemaRef ds:uri="b6d99a4e-ca6f-4b08-b610-a3dd178f736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DF2209-25BC-48DF-8EC1-414F6DB1B0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404</TotalTime>
  <Words>555</Words>
  <Application>Microsoft Office PowerPoint</Application>
  <PresentationFormat>Widescreen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Montserrat Bold</vt:lpstr>
      <vt:lpstr>Montserrat Regular</vt:lpstr>
      <vt:lpstr>Noto Sans</vt:lpstr>
      <vt:lpstr>Poppins</vt:lpstr>
      <vt:lpstr>AWS Community Builders [1792526659321]</vt:lpstr>
      <vt:lpstr>Mentoria AWS Community Builders</vt:lpstr>
      <vt:lpstr>Agenda</vt:lpstr>
      <vt:lpstr>Cronograma até a Submissão</vt:lpstr>
      <vt:lpstr>Etapa 1 — Fundação</vt:lpstr>
      <vt:lpstr>Categorias &amp; Serviços AWS (1/2)</vt:lpstr>
      <vt:lpstr>Categorias &amp; Serviços AWS (2/2)</vt:lpstr>
      <vt:lpstr>Plataformas sugeridas</vt:lpstr>
      <vt:lpstr>Como criar suas metas</vt:lpstr>
      <vt:lpstr>Lição de casa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Emily Souza Lima</dc:creator>
  <cp:lastModifiedBy>Thiago Nunes Marques</cp:lastModifiedBy>
  <cp:revision>7</cp:revision>
  <dcterms:created xsi:type="dcterms:W3CDTF">2023-01-26T19:04:38Z</dcterms:created>
  <dcterms:modified xsi:type="dcterms:W3CDTF">2026-10-20T20:27:38Z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0x01010070A527001218D643BCE2CB5010569311</vt:lpwstr>
  </property>
  <property fmtid="{D5CDD505-2E9C-101B-9397-08002B2CF9AE}" pid="4" name="MSIP_Label_608b97d0-2adb-46cd-808f-e47c6343c4a2_Enabled">
    <vt:lpwstr>true</vt:lpwstr>
  </property>
  <property fmtid="{D5CDD505-2E9C-101B-9397-08002B2CF9AE}" pid="5" name="MSIP_Label_608b97d0-2adb-46cd-808f-e47c6343c4a2_SetDate">
    <vt:lpwstr>2026-10-15T13:03:30Z</vt:lpwstr>
  </property>
  <property fmtid="{D5CDD505-2E9C-101B-9397-08002B2CF9AE}" pid="6" name="MSIP_Label_608b97d0-2adb-46cd-808f-e47c6343c4a2_Method">
    <vt:lpwstr>Privileged</vt:lpwstr>
  </property>
  <property fmtid="{D5CDD505-2E9C-101B-9397-08002B2CF9AE}" pid="7" name="MSIP_Label_608b97d0-2adb-46cd-808f-e47c6343c4a2_Name">
    <vt:lpwstr>Interno</vt:lpwstr>
  </property>
  <property fmtid="{D5CDD505-2E9C-101B-9397-08002B2CF9AE}" pid="8" name="MSIP_Label_608b97d0-2adb-46cd-808f-e47c6343c4a2_SiteId">
    <vt:lpwstr>538a9031-c50a-4bfd-80d8-0bdef0c18b09</vt:lpwstr>
  </property>
  <property fmtid="{D5CDD505-2E9C-101B-9397-08002B2CF9AE}" pid="9" name="MSIP_Label_608b97d0-2adb-46cd-808f-e47c6343c4a2_ActionId">
    <vt:lpwstr>bf75e138-8750-4eb2-aa7e-5c643547498f</vt:lpwstr>
  </property>
  <property fmtid="{D5CDD505-2E9C-101B-9397-08002B2CF9AE}" pid="10" name="MSIP_Label_608b97d0-2adb-46cd-808f-e47c6343c4a2_ContentBits">
    <vt:lpwstr>3</vt:lpwstr>
  </property>
  <property fmtid="{D5CDD505-2E9C-101B-9397-08002B2CF9AE}" pid="11" name="MSIP_Label_608b97d0-2adb-46cd-808f-e47c6343c4a2_Tag">
    <vt:lpwstr>10, 0, 1, 1</vt:lpwstr>
  </property>
  <property fmtid="{D5CDD505-2E9C-101B-9397-08002B2CF9AE}" pid="12" name="ClassificationContentMarkingFooterLocations">
    <vt:lpwstr>Darede:8</vt:lpwstr>
  </property>
  <property fmtid="{D5CDD505-2E9C-101B-9397-08002B2CF9AE}" pid="13" name="ClassificationContentMarkingFooterText">
    <vt:lpwstr>[Documento Interno - Darede Serviços de TI LTDA]</vt:lpwstr>
  </property>
  <property fmtid="{D5CDD505-2E9C-101B-9397-08002B2CF9AE}" pid="14" name="ClassificationContentMarkingHeaderLocations">
    <vt:lpwstr>Darede:7</vt:lpwstr>
  </property>
  <property fmtid="{D5CDD505-2E9C-101B-9397-08002B2CF9AE}" pid="15" name="ClassificationContentMarkingHeaderText">
    <vt:lpwstr>[Documento Interno - Darede Serviços de TI LTDA]</vt:lpwstr>
  </property>
</Properties>
</file>