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4"/>
  </p:sldMasterIdLst>
  <p:notesMasterIdLst>
    <p:notesMasterId r:id="rId19"/>
  </p:notesMasterIdLst>
  <p:handoutMasterIdLst>
    <p:handoutMasterId r:id="rId20"/>
  </p:handoutMasterIdLst>
  <p:sldIdLst>
    <p:sldId id="2147483584" r:id="rId5"/>
    <p:sldId id="2147483586" r:id="rId6"/>
    <p:sldId id="2147483585" r:id="rId7"/>
    <p:sldId id="2147483587" r:id="rId8"/>
    <p:sldId id="2147483588" r:id="rId9"/>
    <p:sldId id="2147483589" r:id="rId10"/>
    <p:sldId id="2147483593" r:id="rId11"/>
    <p:sldId id="2147483594" r:id="rId12"/>
    <p:sldId id="2147483590" r:id="rId13"/>
    <p:sldId id="2147483595" r:id="rId14"/>
    <p:sldId id="2147483596" r:id="rId15"/>
    <p:sldId id="2147483598" r:id="rId16"/>
    <p:sldId id="2147483599" r:id="rId17"/>
    <p:sldId id="2147483600" r:id="rId18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B54A346-E51F-4310-A6B4-CD7A009FBFBC}">
          <p14:sldIdLst>
            <p14:sldId id="2147483584"/>
            <p14:sldId id="2147483586"/>
            <p14:sldId id="2147483585"/>
            <p14:sldId id="2147483587"/>
            <p14:sldId id="2147483588"/>
            <p14:sldId id="2147483589"/>
            <p14:sldId id="2147483593"/>
            <p14:sldId id="2147483594"/>
            <p14:sldId id="2147483590"/>
            <p14:sldId id="2147483595"/>
            <p14:sldId id="2147483596"/>
            <p14:sldId id="2147483598"/>
            <p14:sldId id="2147483599"/>
            <p14:sldId id="21474836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2FE7021-C8C4-9B53-528C-497F12266844}" name="Thiago Nunes Marques" initials="TM" userId="S::thiago.marques@darede.com.br::dce263a7-ad90-4d73-8fe4-82134c2baa66" providerId="AD"/>
  <p188:author id="{BE252553-09B2-545D-D89C-A9C1DA2A98D0}" name="Cintia Domingues Holanda" initials="CH" userId="S::cintia.holanda@darede.com.br::6ca610bf-6e6c-4cdd-a9a9-1186570db458" providerId="AD"/>
  <p188:author id="{2EAD42B3-5ACB-5D25-7C56-56F4DE132B93}" name="Lucas Cardoso" initials="LC" userId="S::lucas.cardoso@darede.com.br::d0f328cb-8f7b-4de2-8ed6-63cf57f8bc94" providerId="AD"/>
  <p188:author id="{CF9FCDD1-8D62-22BE-E870-F60BE0E6B9F1}" name="Ricardo Amaral Caeiro" initials="RC" userId="S::ricardo.caeiro@darede.com.br::dc0defa8-b03c-46a7-8b95-907bce82c3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21B"/>
    <a:srgbClr val="D9D912"/>
    <a:srgbClr val="000000"/>
    <a:srgbClr val="0C502C"/>
    <a:srgbClr val="F1A22D"/>
    <a:srgbClr val="077F5A"/>
    <a:srgbClr val="0F4E32"/>
    <a:srgbClr val="92D050"/>
    <a:srgbClr val="C9E7CC"/>
    <a:srgbClr val="757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2EA34F-2229-4D07-BC1B-81C661E4E990}" v="1" dt="2026-10-20T20:34:23.196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1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Nunes Marques" userId="dce263a7-ad90-4d73-8fe4-82134c2baa66" providerId="ADAL" clId="{3CD70271-57F3-4E4E-BB86-D11C6874D2FE}"/>
    <pc:docChg chg="custSel addSld delSld modSld sldOrd addMainMaster delMainMaster modMainMaster modSection">
      <pc:chgData name="Thiago Nunes Marques" userId="dce263a7-ad90-4d73-8fe4-82134c2baa66" providerId="ADAL" clId="{3CD70271-57F3-4E4E-BB86-D11C6874D2FE}" dt="2026-10-20T20:53:17.993" v="1265"/>
      <pc:docMkLst>
        <pc:docMk/>
      </pc:docMkLst>
      <pc:sldChg chg="del">
        <pc:chgData name="Thiago Nunes Marques" userId="dce263a7-ad90-4d73-8fe4-82134c2baa66" providerId="ADAL" clId="{3CD70271-57F3-4E4E-BB86-D11C6874D2FE}" dt="2026-10-20T20:39:37.827" v="1"/>
        <pc:sldMkLst>
          <pc:docMk/>
          <pc:sldMk cId="3013632220" sldId="2147483531"/>
        </pc:sldMkLst>
      </pc:sldChg>
      <pc:sldChg chg="del">
        <pc:chgData name="Thiago Nunes Marques" userId="dce263a7-ad90-4d73-8fe4-82134c2baa66" providerId="ADAL" clId="{3CD70271-57F3-4E4E-BB86-D11C6874D2FE}" dt="2026-10-20T20:51:18.743" v="261"/>
        <pc:sldMkLst>
          <pc:docMk/>
          <pc:sldMk cId="4210951866" sldId="2147483532"/>
        </pc:sldMkLst>
      </pc:sldChg>
      <pc:sldChg chg="del">
        <pc:chgData name="Thiago Nunes Marques" userId="dce263a7-ad90-4d73-8fe4-82134c2baa66" providerId="ADAL" clId="{3CD70271-57F3-4E4E-BB86-D11C6874D2FE}" dt="2026-10-20T20:51:07.912" v="191"/>
        <pc:sldMkLst>
          <pc:docMk/>
          <pc:sldMk cId="854339466" sldId="2147483538"/>
        </pc:sldMkLst>
      </pc:sldChg>
      <pc:sldChg chg="del">
        <pc:chgData name="Thiago Nunes Marques" userId="dce263a7-ad90-4d73-8fe4-82134c2baa66" providerId="ADAL" clId="{3CD70271-57F3-4E4E-BB86-D11C6874D2FE}" dt="2026-10-20T20:52:25.298" v="673"/>
        <pc:sldMkLst>
          <pc:docMk/>
          <pc:sldMk cId="1973261834" sldId="2147483569"/>
        </pc:sldMkLst>
      </pc:sldChg>
      <pc:sldChg chg="del">
        <pc:chgData name="Thiago Nunes Marques" userId="dce263a7-ad90-4d73-8fe4-82134c2baa66" providerId="ADAL" clId="{3CD70271-57F3-4E4E-BB86-D11C6874D2FE}" dt="2026-10-20T20:52:41.005" v="983"/>
        <pc:sldMkLst>
          <pc:docMk/>
          <pc:sldMk cId="4073400241" sldId="2147483572"/>
        </pc:sldMkLst>
      </pc:sldChg>
      <pc:sldChg chg="del">
        <pc:chgData name="Thiago Nunes Marques" userId="dce263a7-ad90-4d73-8fe4-82134c2baa66" providerId="ADAL" clId="{3CD70271-57F3-4E4E-BB86-D11C6874D2FE}" dt="2026-10-20T20:52:41.031" v="985"/>
        <pc:sldMkLst>
          <pc:docMk/>
          <pc:sldMk cId="1631282732" sldId="2147483573"/>
        </pc:sldMkLst>
      </pc:sldChg>
      <pc:sldChg chg="del">
        <pc:chgData name="Thiago Nunes Marques" userId="dce263a7-ad90-4d73-8fe4-82134c2baa66" providerId="ADAL" clId="{3CD70271-57F3-4E4E-BB86-D11C6874D2FE}" dt="2026-10-20T20:52:45.139" v="989"/>
        <pc:sldMkLst>
          <pc:docMk/>
          <pc:sldMk cId="1381481816" sldId="2147483574"/>
        </pc:sldMkLst>
      </pc:sldChg>
      <pc:sldChg chg="del">
        <pc:chgData name="Thiago Nunes Marques" userId="dce263a7-ad90-4d73-8fe4-82134c2baa66" providerId="ADAL" clId="{3CD70271-57F3-4E4E-BB86-D11C6874D2FE}" dt="2026-10-20T20:53:15.747" v="1263"/>
        <pc:sldMkLst>
          <pc:docMk/>
          <pc:sldMk cId="3394132434" sldId="2147483577"/>
        </pc:sldMkLst>
      </pc:sldChg>
      <pc:sldChg chg="del">
        <pc:chgData name="Thiago Nunes Marques" userId="dce263a7-ad90-4d73-8fe4-82134c2baa66" providerId="ADAL" clId="{3CD70271-57F3-4E4E-BB86-D11C6874D2FE}" dt="2026-10-20T20:51:50.564" v="529"/>
        <pc:sldMkLst>
          <pc:docMk/>
          <pc:sldMk cId="3622672991" sldId="2147483580"/>
        </pc:sldMkLst>
      </pc:sldChg>
      <pc:sldChg chg="del">
        <pc:chgData name="Thiago Nunes Marques" userId="dce263a7-ad90-4d73-8fe4-82134c2baa66" providerId="ADAL" clId="{3CD70271-57F3-4E4E-BB86-D11C6874D2FE}" dt="2026-10-20T20:51:50.585" v="531"/>
        <pc:sldMkLst>
          <pc:docMk/>
          <pc:sldMk cId="1144664627" sldId="2147483581"/>
        </pc:sldMkLst>
      </pc:sldChg>
      <pc:sldChg chg="del">
        <pc:chgData name="Thiago Nunes Marques" userId="dce263a7-ad90-4d73-8fe4-82134c2baa66" providerId="ADAL" clId="{3CD70271-57F3-4E4E-BB86-D11C6874D2FE}" dt="2026-10-20T20:51:59.254" v="541"/>
        <pc:sldMkLst>
          <pc:docMk/>
          <pc:sldMk cId="3423901161" sldId="2147483582"/>
        </pc:sldMkLst>
      </pc:sldChg>
      <pc:sldChg chg="del">
        <pc:chgData name="Thiago Nunes Marques" userId="dce263a7-ad90-4d73-8fe4-82134c2baa66" providerId="ADAL" clId="{3CD70271-57F3-4E4E-BB86-D11C6874D2FE}" dt="2026-10-20T20:53:17.993" v="1265"/>
        <pc:sldMkLst>
          <pc:docMk/>
          <pc:sldMk cId="1173289105" sldId="2147483583"/>
        </pc:sldMkLst>
      </pc:sldChg>
      <pc:sldChg chg="add">
        <pc:chgData name="Thiago Nunes Marques" userId="dce263a7-ad90-4d73-8fe4-82134c2baa66" providerId="ADAL" clId="{3CD70271-57F3-4E4E-BB86-D11C6874D2FE}" dt="2026-10-20T20:39:37.672" v="0"/>
        <pc:sldMkLst>
          <pc:docMk/>
          <pc:sldMk cId="1720068872" sldId="2147483584"/>
        </pc:sldMkLst>
      </pc:sldChg>
      <pc:sldChg chg="addSp modSp new mod ord">
        <pc:chgData name="Thiago Nunes Marques" userId="dce263a7-ad90-4d73-8fe4-82134c2baa66" providerId="ADAL" clId="{3CD70271-57F3-4E4E-BB86-D11C6874D2FE}" dt="2026-10-20T20:51:07.407" v="190"/>
        <pc:sldMkLst>
          <pc:docMk/>
          <pc:sldMk cId="2082485498" sldId="2147483585"/>
        </pc:sldMkLst>
        <pc:spChg chg="mod">
          <ac:chgData name="Thiago Nunes Marques" userId="dce263a7-ad90-4d73-8fe4-82134c2baa66" providerId="ADAL" clId="{3CD70271-57F3-4E4E-BB86-D11C6874D2FE}" dt="2026-10-20T20:41:13.261" v="3"/>
          <ac:spMkLst>
            <pc:docMk/>
            <pc:sldMk cId="2082485498" sldId="2147483585"/>
            <ac:spMk id="2" creationId="{FF135BEF-910E-79F8-7074-16EC592F2A36}"/>
          </ac:spMkLst>
        </pc:spChg>
        <pc:spChg chg="add mod">
          <ac:chgData name="Thiago Nunes Marques" userId="dce263a7-ad90-4d73-8fe4-82134c2baa66" providerId="ADAL" clId="{3CD70271-57F3-4E4E-BB86-D11C6874D2FE}" dt="2026-10-20T20:41:13.267" v="7"/>
          <ac:spMkLst>
            <pc:docMk/>
            <pc:sldMk cId="2082485498" sldId="2147483585"/>
            <ac:spMk id="3" creationId="{C5BE9811-87C1-4262-A033-BCEBEAC931E2}"/>
          </ac:spMkLst>
        </pc:spChg>
        <pc:spChg chg="add mod">
          <ac:chgData name="Thiago Nunes Marques" userId="dce263a7-ad90-4d73-8fe4-82134c2baa66" providerId="ADAL" clId="{3CD70271-57F3-4E4E-BB86-D11C6874D2FE}" dt="2026-10-20T20:41:13.277" v="16"/>
          <ac:spMkLst>
            <pc:docMk/>
            <pc:sldMk cId="2082485498" sldId="2147483585"/>
            <ac:spMk id="4" creationId="{E1AFDECC-30C2-4842-9A3C-987DF042CB04}"/>
          </ac:spMkLst>
        </pc:spChg>
        <pc:spChg chg="add mod">
          <ac:chgData name="Thiago Nunes Marques" userId="dce263a7-ad90-4d73-8fe4-82134c2baa66" providerId="ADAL" clId="{3CD70271-57F3-4E4E-BB86-D11C6874D2FE}" dt="2026-10-20T20:41:13.292" v="25"/>
          <ac:spMkLst>
            <pc:docMk/>
            <pc:sldMk cId="2082485498" sldId="2147483585"/>
            <ac:spMk id="5" creationId="{E4009A19-B7BD-47DA-95D0-8965AC8B71B7}"/>
          </ac:spMkLst>
        </pc:spChg>
        <pc:spChg chg="add mod">
          <ac:chgData name="Thiago Nunes Marques" userId="dce263a7-ad90-4d73-8fe4-82134c2baa66" providerId="ADAL" clId="{3CD70271-57F3-4E4E-BB86-D11C6874D2FE}" dt="2026-10-20T20:41:13.303" v="34"/>
          <ac:spMkLst>
            <pc:docMk/>
            <pc:sldMk cId="2082485498" sldId="2147483585"/>
            <ac:spMk id="6" creationId="{BD5D009F-90F8-4645-A659-C7CCB65CC906}"/>
          </ac:spMkLst>
        </pc:spChg>
        <pc:spChg chg="add mod">
          <ac:chgData name="Thiago Nunes Marques" userId="dce263a7-ad90-4d73-8fe4-82134c2baa66" providerId="ADAL" clId="{3CD70271-57F3-4E4E-BB86-D11C6874D2FE}" dt="2026-10-20T20:41:13.307" v="38"/>
          <ac:spMkLst>
            <pc:docMk/>
            <pc:sldMk cId="2082485498" sldId="2147483585"/>
            <ac:spMk id="7" creationId="{320154FC-13CB-4C7D-A4E0-D6A69532140D}"/>
          </ac:spMkLst>
        </pc:spChg>
        <pc:spChg chg="add mod">
          <ac:chgData name="Thiago Nunes Marques" userId="dce263a7-ad90-4d73-8fe4-82134c2baa66" providerId="ADAL" clId="{3CD70271-57F3-4E4E-BB86-D11C6874D2FE}" dt="2026-10-20T20:41:13.327" v="47"/>
          <ac:spMkLst>
            <pc:docMk/>
            <pc:sldMk cId="2082485498" sldId="2147483585"/>
            <ac:spMk id="8" creationId="{6DE6F2B7-077E-4748-9609-F80B0097886E}"/>
          </ac:spMkLst>
        </pc:spChg>
        <pc:spChg chg="add mod">
          <ac:chgData name="Thiago Nunes Marques" userId="dce263a7-ad90-4d73-8fe4-82134c2baa66" providerId="ADAL" clId="{3CD70271-57F3-4E4E-BB86-D11C6874D2FE}" dt="2026-10-20T20:41:13.341" v="56"/>
          <ac:spMkLst>
            <pc:docMk/>
            <pc:sldMk cId="2082485498" sldId="2147483585"/>
            <ac:spMk id="9" creationId="{ED26BDF8-DB37-4E89-A4FE-71EBAF64488B}"/>
          </ac:spMkLst>
        </pc:spChg>
        <pc:spChg chg="add mod">
          <ac:chgData name="Thiago Nunes Marques" userId="dce263a7-ad90-4d73-8fe4-82134c2baa66" providerId="ADAL" clId="{3CD70271-57F3-4E4E-BB86-D11C6874D2FE}" dt="2026-10-20T20:41:13.355" v="65"/>
          <ac:spMkLst>
            <pc:docMk/>
            <pc:sldMk cId="2082485498" sldId="2147483585"/>
            <ac:spMk id="10" creationId="{4BFB988D-C38E-4D96-8776-76C0E341ADF7}"/>
          </ac:spMkLst>
        </pc:spChg>
        <pc:spChg chg="add mod">
          <ac:chgData name="Thiago Nunes Marques" userId="dce263a7-ad90-4d73-8fe4-82134c2baa66" providerId="ADAL" clId="{3CD70271-57F3-4E4E-BB86-D11C6874D2FE}" dt="2026-10-20T20:41:13.360" v="69"/>
          <ac:spMkLst>
            <pc:docMk/>
            <pc:sldMk cId="2082485498" sldId="2147483585"/>
            <ac:spMk id="11" creationId="{06EE9FBF-4286-46EC-AFA6-4BC87DAA04C1}"/>
          </ac:spMkLst>
        </pc:spChg>
        <pc:spChg chg="add mod">
          <ac:chgData name="Thiago Nunes Marques" userId="dce263a7-ad90-4d73-8fe4-82134c2baa66" providerId="ADAL" clId="{3CD70271-57F3-4E4E-BB86-D11C6874D2FE}" dt="2026-10-20T20:41:13.372" v="78"/>
          <ac:spMkLst>
            <pc:docMk/>
            <pc:sldMk cId="2082485498" sldId="2147483585"/>
            <ac:spMk id="12" creationId="{042F94EC-8FB2-4AD2-98BF-80C53E8C78DE}"/>
          </ac:spMkLst>
        </pc:spChg>
        <pc:spChg chg="add mod">
          <ac:chgData name="Thiago Nunes Marques" userId="dce263a7-ad90-4d73-8fe4-82134c2baa66" providerId="ADAL" clId="{3CD70271-57F3-4E4E-BB86-D11C6874D2FE}" dt="2026-10-20T20:41:13.385" v="87"/>
          <ac:spMkLst>
            <pc:docMk/>
            <pc:sldMk cId="2082485498" sldId="2147483585"/>
            <ac:spMk id="13" creationId="{5929813E-4B60-4B53-9D06-D8FB18E4A6A6}"/>
          </ac:spMkLst>
        </pc:spChg>
        <pc:spChg chg="add mod">
          <ac:chgData name="Thiago Nunes Marques" userId="dce263a7-ad90-4d73-8fe4-82134c2baa66" providerId="ADAL" clId="{3CD70271-57F3-4E4E-BB86-D11C6874D2FE}" dt="2026-10-20T20:41:13.402" v="96"/>
          <ac:spMkLst>
            <pc:docMk/>
            <pc:sldMk cId="2082485498" sldId="2147483585"/>
            <ac:spMk id="14" creationId="{FCAD9B28-1A54-4BE1-A5FB-A79E7CBE6538}"/>
          </ac:spMkLst>
        </pc:spChg>
        <pc:spChg chg="add mod">
          <ac:chgData name="Thiago Nunes Marques" userId="dce263a7-ad90-4d73-8fe4-82134c2baa66" providerId="ADAL" clId="{3CD70271-57F3-4E4E-BB86-D11C6874D2FE}" dt="2026-10-20T20:41:13.409" v="100"/>
          <ac:spMkLst>
            <pc:docMk/>
            <pc:sldMk cId="2082485498" sldId="2147483585"/>
            <ac:spMk id="15" creationId="{F366E52C-3C83-4CF7-90F6-ADB16D3E775E}"/>
          </ac:spMkLst>
        </pc:spChg>
        <pc:spChg chg="add mod">
          <ac:chgData name="Thiago Nunes Marques" userId="dce263a7-ad90-4d73-8fe4-82134c2baa66" providerId="ADAL" clId="{3CD70271-57F3-4E4E-BB86-D11C6874D2FE}" dt="2026-10-20T20:41:13.425" v="109"/>
          <ac:spMkLst>
            <pc:docMk/>
            <pc:sldMk cId="2082485498" sldId="2147483585"/>
            <ac:spMk id="16" creationId="{4A6F7671-F3CD-47CE-8B4F-BFF98D77ACC4}"/>
          </ac:spMkLst>
        </pc:spChg>
        <pc:spChg chg="add mod">
          <ac:chgData name="Thiago Nunes Marques" userId="dce263a7-ad90-4d73-8fe4-82134c2baa66" providerId="ADAL" clId="{3CD70271-57F3-4E4E-BB86-D11C6874D2FE}" dt="2026-10-20T20:41:13.446" v="118"/>
          <ac:spMkLst>
            <pc:docMk/>
            <pc:sldMk cId="2082485498" sldId="2147483585"/>
            <ac:spMk id="17" creationId="{90F6854E-C6E4-43E4-A8C6-CA9697892D5C}"/>
          </ac:spMkLst>
        </pc:spChg>
        <pc:spChg chg="add mod">
          <ac:chgData name="Thiago Nunes Marques" userId="dce263a7-ad90-4d73-8fe4-82134c2baa66" providerId="ADAL" clId="{3CD70271-57F3-4E4E-BB86-D11C6874D2FE}" dt="2026-10-20T20:41:13.463" v="127"/>
          <ac:spMkLst>
            <pc:docMk/>
            <pc:sldMk cId="2082485498" sldId="2147483585"/>
            <ac:spMk id="18" creationId="{DDCF98AE-498B-49A3-B4A4-F8C2E00C3EB4}"/>
          </ac:spMkLst>
        </pc:spChg>
        <pc:spChg chg="add mod">
          <ac:chgData name="Thiago Nunes Marques" userId="dce263a7-ad90-4d73-8fe4-82134c2baa66" providerId="ADAL" clId="{3CD70271-57F3-4E4E-BB86-D11C6874D2FE}" dt="2026-10-20T20:41:13.471" v="131"/>
          <ac:spMkLst>
            <pc:docMk/>
            <pc:sldMk cId="2082485498" sldId="2147483585"/>
            <ac:spMk id="19" creationId="{1C32116C-B2CC-48CB-AA50-23D57A2CB812}"/>
          </ac:spMkLst>
        </pc:spChg>
        <pc:spChg chg="add mod">
          <ac:chgData name="Thiago Nunes Marques" userId="dce263a7-ad90-4d73-8fe4-82134c2baa66" providerId="ADAL" clId="{3CD70271-57F3-4E4E-BB86-D11C6874D2FE}" dt="2026-10-20T20:41:13.489" v="140"/>
          <ac:spMkLst>
            <pc:docMk/>
            <pc:sldMk cId="2082485498" sldId="2147483585"/>
            <ac:spMk id="20" creationId="{9C6340D2-7E0A-4BEB-B0C4-6FF9E0BADA30}"/>
          </ac:spMkLst>
        </pc:spChg>
        <pc:spChg chg="add mod">
          <ac:chgData name="Thiago Nunes Marques" userId="dce263a7-ad90-4d73-8fe4-82134c2baa66" providerId="ADAL" clId="{3CD70271-57F3-4E4E-BB86-D11C6874D2FE}" dt="2026-10-20T20:41:13.502" v="149"/>
          <ac:spMkLst>
            <pc:docMk/>
            <pc:sldMk cId="2082485498" sldId="2147483585"/>
            <ac:spMk id="21" creationId="{56295DCB-3197-43F7-8FF8-667D6B2E0623}"/>
          </ac:spMkLst>
        </pc:spChg>
        <pc:spChg chg="add mod">
          <ac:chgData name="Thiago Nunes Marques" userId="dce263a7-ad90-4d73-8fe4-82134c2baa66" providerId="ADAL" clId="{3CD70271-57F3-4E4E-BB86-D11C6874D2FE}" dt="2026-10-20T20:41:13.517" v="158"/>
          <ac:spMkLst>
            <pc:docMk/>
            <pc:sldMk cId="2082485498" sldId="2147483585"/>
            <ac:spMk id="22" creationId="{1662CE91-AAB0-40EC-8A06-6EF978999CE8}"/>
          </ac:spMkLst>
        </pc:spChg>
        <pc:spChg chg="add mod">
          <ac:chgData name="Thiago Nunes Marques" userId="dce263a7-ad90-4d73-8fe4-82134c2baa66" providerId="ADAL" clId="{3CD70271-57F3-4E4E-BB86-D11C6874D2FE}" dt="2026-10-20T20:41:13.523" v="162"/>
          <ac:spMkLst>
            <pc:docMk/>
            <pc:sldMk cId="2082485498" sldId="2147483585"/>
            <ac:spMk id="23" creationId="{EC18CA93-7EF0-40FD-B770-5F7120D84C1C}"/>
          </ac:spMkLst>
        </pc:spChg>
        <pc:spChg chg="add mod">
          <ac:chgData name="Thiago Nunes Marques" userId="dce263a7-ad90-4d73-8fe4-82134c2baa66" providerId="ADAL" clId="{3CD70271-57F3-4E4E-BB86-D11C6874D2FE}" dt="2026-10-20T20:41:13.542" v="171"/>
          <ac:spMkLst>
            <pc:docMk/>
            <pc:sldMk cId="2082485498" sldId="2147483585"/>
            <ac:spMk id="24" creationId="{8BB9A2F0-02E0-4330-B117-9BAD2148CEB0}"/>
          </ac:spMkLst>
        </pc:spChg>
        <pc:spChg chg="add mod">
          <ac:chgData name="Thiago Nunes Marques" userId="dce263a7-ad90-4d73-8fe4-82134c2baa66" providerId="ADAL" clId="{3CD70271-57F3-4E4E-BB86-D11C6874D2FE}" dt="2026-10-20T20:41:13.557" v="180"/>
          <ac:spMkLst>
            <pc:docMk/>
            <pc:sldMk cId="2082485498" sldId="2147483585"/>
            <ac:spMk id="25" creationId="{2272BCE6-6490-49B5-B23F-694FEB35B8B4}"/>
          </ac:spMkLst>
        </pc:spChg>
        <pc:spChg chg="add mod">
          <ac:chgData name="Thiago Nunes Marques" userId="dce263a7-ad90-4d73-8fe4-82134c2baa66" providerId="ADAL" clId="{3CD70271-57F3-4E4E-BB86-D11C6874D2FE}" dt="2026-10-20T20:41:13.567" v="189"/>
          <ac:spMkLst>
            <pc:docMk/>
            <pc:sldMk cId="2082485498" sldId="2147483585"/>
            <ac:spMk id="26" creationId="{83D2451B-B257-40C1-B47A-1694D630BF51}"/>
          </ac:spMkLst>
        </pc:spChg>
      </pc:sldChg>
      <pc:sldChg chg="addSp delSp modSp new mod ord">
        <pc:chgData name="Thiago Nunes Marques" userId="dce263a7-ad90-4d73-8fe4-82134c2baa66" providerId="ADAL" clId="{3CD70271-57F3-4E4E-BB86-D11C6874D2FE}" dt="2026-10-20T20:51:22.891" v="281"/>
        <pc:sldMkLst>
          <pc:docMk/>
          <pc:sldMk cId="248146706" sldId="2147483586"/>
        </pc:sldMkLst>
        <pc:spChg chg="mod">
          <ac:chgData name="Thiago Nunes Marques" userId="dce263a7-ad90-4d73-8fe4-82134c2baa66" providerId="ADAL" clId="{3CD70271-57F3-4E4E-BB86-D11C6874D2FE}" dt="2026-10-20T20:51:18.623" v="193"/>
          <ac:spMkLst>
            <pc:docMk/>
            <pc:sldMk cId="248146706" sldId="2147483586"/>
            <ac:spMk id="2" creationId="{84099F30-1F0F-E182-EA10-88E7FAA36032}"/>
          </ac:spMkLst>
        </pc:spChg>
        <pc:spChg chg="add mod">
          <ac:chgData name="Thiago Nunes Marques" userId="dce263a7-ad90-4d73-8fe4-82134c2baa66" providerId="ADAL" clId="{3CD70271-57F3-4E4E-BB86-D11C6874D2FE}" dt="2026-10-20T20:51:18.647" v="205"/>
          <ac:spMkLst>
            <pc:docMk/>
            <pc:sldMk cId="248146706" sldId="2147483586"/>
            <ac:spMk id="4" creationId="{AFD05CE6-7E8B-48A5-B93D-7F3B065D9D8D}"/>
          </ac:spMkLst>
        </pc:spChg>
        <pc:spChg chg="add mod">
          <ac:chgData name="Thiago Nunes Marques" userId="dce263a7-ad90-4d73-8fe4-82134c2baa66" providerId="ADAL" clId="{3CD70271-57F3-4E4E-BB86-D11C6874D2FE}" dt="2026-10-20T20:51:18.660" v="214"/>
          <ac:spMkLst>
            <pc:docMk/>
            <pc:sldMk cId="248146706" sldId="2147483586"/>
            <ac:spMk id="5" creationId="{95CB5ECB-55F3-4A78-AE57-EF929C8F6E84}"/>
          </ac:spMkLst>
        </pc:spChg>
        <pc:spChg chg="add mod">
          <ac:chgData name="Thiago Nunes Marques" userId="dce263a7-ad90-4d73-8fe4-82134c2baa66" providerId="ADAL" clId="{3CD70271-57F3-4E4E-BB86-D11C6874D2FE}" dt="2026-10-20T20:51:18.674" v="226"/>
          <ac:spMkLst>
            <pc:docMk/>
            <pc:sldMk cId="248146706" sldId="2147483586"/>
            <ac:spMk id="7" creationId="{3E673F8D-69B8-40A2-BAFD-A73631E670A0}"/>
          </ac:spMkLst>
        </pc:spChg>
        <pc:spChg chg="add mod">
          <ac:chgData name="Thiago Nunes Marques" userId="dce263a7-ad90-4d73-8fe4-82134c2baa66" providerId="ADAL" clId="{3CD70271-57F3-4E4E-BB86-D11C6874D2FE}" dt="2026-10-20T20:51:18.687" v="235"/>
          <ac:spMkLst>
            <pc:docMk/>
            <pc:sldMk cId="248146706" sldId="2147483586"/>
            <ac:spMk id="8" creationId="{FE5623D6-AB6F-4FC1-BA8A-CC39B69B5E09}"/>
          </ac:spMkLst>
        </pc:spChg>
        <pc:spChg chg="add mod">
          <ac:chgData name="Thiago Nunes Marques" userId="dce263a7-ad90-4d73-8fe4-82134c2baa66" providerId="ADAL" clId="{3CD70271-57F3-4E4E-BB86-D11C6874D2FE}" dt="2026-10-20T20:51:18.704" v="247"/>
          <ac:spMkLst>
            <pc:docMk/>
            <pc:sldMk cId="248146706" sldId="2147483586"/>
            <ac:spMk id="10" creationId="{2C477F08-A33E-49FB-A327-7EEF1B28B34E}"/>
          </ac:spMkLst>
        </pc:spChg>
        <pc:spChg chg="add mod">
          <ac:chgData name="Thiago Nunes Marques" userId="dce263a7-ad90-4d73-8fe4-82134c2baa66" providerId="ADAL" clId="{3CD70271-57F3-4E4E-BB86-D11C6874D2FE}" dt="2026-10-20T20:51:18.720" v="256"/>
          <ac:spMkLst>
            <pc:docMk/>
            <pc:sldMk cId="248146706" sldId="2147483586"/>
            <ac:spMk id="11" creationId="{6D45A893-A4FF-4899-A0C3-867FCFC876A9}"/>
          </ac:spMkLst>
        </pc:spChg>
        <pc:spChg chg="add mod">
          <ac:chgData name="Thiago Nunes Marques" userId="dce263a7-ad90-4d73-8fe4-82134c2baa66" providerId="ADAL" clId="{3CD70271-57F3-4E4E-BB86-D11C6874D2FE}" dt="2026-10-20T20:51:22.883" v="269"/>
          <ac:spMkLst>
            <pc:docMk/>
            <pc:sldMk cId="248146706" sldId="2147483586"/>
            <ac:spMk id="13" creationId="{8A8606A8-12ED-4485-929C-CFDE3687C7B3}"/>
          </ac:spMkLst>
        </pc:spChg>
        <pc:spChg chg="add mod">
          <ac:chgData name="Thiago Nunes Marques" userId="dce263a7-ad90-4d73-8fe4-82134c2baa66" providerId="ADAL" clId="{3CD70271-57F3-4E4E-BB86-D11C6874D2FE}" dt="2026-10-20T20:51:22.885" v="273"/>
          <ac:spMkLst>
            <pc:docMk/>
            <pc:sldMk cId="248146706" sldId="2147483586"/>
            <ac:spMk id="14" creationId="{2A643A3E-3D04-49E2-A45A-9D52BB51E031}"/>
          </ac:spMkLst>
        </pc:spChg>
        <pc:spChg chg="add mod">
          <ac:chgData name="Thiago Nunes Marques" userId="dce263a7-ad90-4d73-8fe4-82134c2baa66" providerId="ADAL" clId="{3CD70271-57F3-4E4E-BB86-D11C6874D2FE}" dt="2026-10-20T20:51:22.888" v="277"/>
          <ac:spMkLst>
            <pc:docMk/>
            <pc:sldMk cId="248146706" sldId="2147483586"/>
            <ac:spMk id="15" creationId="{E965C619-6E9F-4C5C-B6D2-7E0A0BF21B50}"/>
          </ac:spMkLst>
        </pc:spChg>
        <pc:spChg chg="add mod">
          <ac:chgData name="Thiago Nunes Marques" userId="dce263a7-ad90-4d73-8fe4-82134c2baa66" providerId="ADAL" clId="{3CD70271-57F3-4E4E-BB86-D11C6874D2FE}" dt="2026-10-20T20:51:22.891" v="281"/>
          <ac:spMkLst>
            <pc:docMk/>
            <pc:sldMk cId="248146706" sldId="2147483586"/>
            <ac:spMk id="16" creationId="{8D7E34FE-B0DC-4FAD-A204-FD9D80D62423}"/>
          </ac:spMkLst>
        </pc:spChg>
        <pc:cxnChg chg="add del mod">
          <ac:chgData name="Thiago Nunes Marques" userId="dce263a7-ad90-4d73-8fe4-82134c2baa66" providerId="ADAL" clId="{3CD70271-57F3-4E4E-BB86-D11C6874D2FE}" dt="2026-10-20T20:51:22.861" v="262"/>
          <ac:cxnSpMkLst>
            <pc:docMk/>
            <pc:sldMk cId="248146706" sldId="2147483586"/>
            <ac:cxnSpMk id="3" creationId="{E3B1A98B-70B8-43F3-BCDD-7BEC259BE1C6}"/>
          </ac:cxnSpMkLst>
        </pc:cxnChg>
        <pc:cxnChg chg="add del mod">
          <ac:chgData name="Thiago Nunes Marques" userId="dce263a7-ad90-4d73-8fe4-82134c2baa66" providerId="ADAL" clId="{3CD70271-57F3-4E4E-BB86-D11C6874D2FE}" dt="2026-10-20T20:51:22.862" v="263"/>
          <ac:cxnSpMkLst>
            <pc:docMk/>
            <pc:sldMk cId="248146706" sldId="2147483586"/>
            <ac:cxnSpMk id="6" creationId="{8213D678-4186-4FB2-9187-491C4C0DE632}"/>
          </ac:cxnSpMkLst>
        </pc:cxnChg>
        <pc:cxnChg chg="add del mod">
          <ac:chgData name="Thiago Nunes Marques" userId="dce263a7-ad90-4d73-8fe4-82134c2baa66" providerId="ADAL" clId="{3CD70271-57F3-4E4E-BB86-D11C6874D2FE}" dt="2026-10-20T20:51:22.863" v="264"/>
          <ac:cxnSpMkLst>
            <pc:docMk/>
            <pc:sldMk cId="248146706" sldId="2147483586"/>
            <ac:cxnSpMk id="9" creationId="{9E659D81-A435-477E-891E-E578C26D674F}"/>
          </ac:cxnSpMkLst>
        </pc:cxnChg>
        <pc:cxnChg chg="add del mod">
          <ac:chgData name="Thiago Nunes Marques" userId="dce263a7-ad90-4d73-8fe4-82134c2baa66" providerId="ADAL" clId="{3CD70271-57F3-4E4E-BB86-D11C6874D2FE}" dt="2026-10-20T20:51:22.864" v="265"/>
          <ac:cxnSpMkLst>
            <pc:docMk/>
            <pc:sldMk cId="248146706" sldId="2147483586"/>
            <ac:cxnSpMk id="12" creationId="{0C54F09A-8361-47B9-91A2-003AA3C010EE}"/>
          </ac:cxnSpMkLst>
        </pc:cxnChg>
      </pc:sldChg>
      <pc:sldChg chg="addSp modSp new mod ord">
        <pc:chgData name="Thiago Nunes Marques" userId="dce263a7-ad90-4d73-8fe4-82134c2baa66" providerId="ADAL" clId="{3CD70271-57F3-4E4E-BB86-D11C6874D2FE}" dt="2026-10-20T20:51:35.779" v="414"/>
        <pc:sldMkLst>
          <pc:docMk/>
          <pc:sldMk cId="1405410275" sldId="2147483587"/>
        </pc:sldMkLst>
        <pc:spChg chg="mod">
          <ac:chgData name="Thiago Nunes Marques" userId="dce263a7-ad90-4d73-8fe4-82134c2baa66" providerId="ADAL" clId="{3CD70271-57F3-4E4E-BB86-D11C6874D2FE}" dt="2026-10-20T20:51:35.635" v="283"/>
          <ac:spMkLst>
            <pc:docMk/>
            <pc:sldMk cId="1405410275" sldId="2147483587"/>
            <ac:spMk id="2" creationId="{411C1E17-DD34-175D-2F29-B1FB3B5B23A8}"/>
          </ac:spMkLst>
        </pc:spChg>
        <pc:spChg chg="add mod">
          <ac:chgData name="Thiago Nunes Marques" userId="dce263a7-ad90-4d73-8fe4-82134c2baa66" providerId="ADAL" clId="{3CD70271-57F3-4E4E-BB86-D11C6874D2FE}" dt="2026-10-20T20:51:35.637" v="287"/>
          <ac:spMkLst>
            <pc:docMk/>
            <pc:sldMk cId="1405410275" sldId="2147483587"/>
            <ac:spMk id="3" creationId="{9EBD9379-B775-48A7-9835-63DE8399DF6B}"/>
          </ac:spMkLst>
        </pc:spChg>
        <pc:spChg chg="add mod">
          <ac:chgData name="Thiago Nunes Marques" userId="dce263a7-ad90-4d73-8fe4-82134c2baa66" providerId="ADAL" clId="{3CD70271-57F3-4E4E-BB86-D11C6874D2FE}" dt="2026-10-20T20:51:35.639" v="291"/>
          <ac:spMkLst>
            <pc:docMk/>
            <pc:sldMk cId="1405410275" sldId="2147483587"/>
            <ac:spMk id="4" creationId="{8D96B31F-4542-4613-A8B8-C60B5B161468}"/>
          </ac:spMkLst>
        </pc:spChg>
        <pc:spChg chg="add mod">
          <ac:chgData name="Thiago Nunes Marques" userId="dce263a7-ad90-4d73-8fe4-82134c2baa66" providerId="ADAL" clId="{3CD70271-57F3-4E4E-BB86-D11C6874D2FE}" dt="2026-10-20T20:51:35.655" v="300"/>
          <ac:spMkLst>
            <pc:docMk/>
            <pc:sldMk cId="1405410275" sldId="2147483587"/>
            <ac:spMk id="5" creationId="{70E7910B-034A-441E-ACB7-BEC467C4B887}"/>
          </ac:spMkLst>
        </pc:spChg>
        <pc:spChg chg="add mod">
          <ac:chgData name="Thiago Nunes Marques" userId="dce263a7-ad90-4d73-8fe4-82134c2baa66" providerId="ADAL" clId="{3CD70271-57F3-4E4E-BB86-D11C6874D2FE}" dt="2026-10-20T20:51:35.666" v="309"/>
          <ac:spMkLst>
            <pc:docMk/>
            <pc:sldMk cId="1405410275" sldId="2147483587"/>
            <ac:spMk id="6" creationId="{E973E2CD-40FA-4721-902E-1FC6450D062A}"/>
          </ac:spMkLst>
        </pc:spChg>
        <pc:spChg chg="add mod">
          <ac:chgData name="Thiago Nunes Marques" userId="dce263a7-ad90-4d73-8fe4-82134c2baa66" providerId="ADAL" clId="{3CD70271-57F3-4E4E-BB86-D11C6874D2FE}" dt="2026-10-20T20:51:35.673" v="313"/>
          <ac:spMkLst>
            <pc:docMk/>
            <pc:sldMk cId="1405410275" sldId="2147483587"/>
            <ac:spMk id="7" creationId="{487FC464-87E8-43FA-BA84-7237E66E353D}"/>
          </ac:spMkLst>
        </pc:spChg>
        <pc:spChg chg="add mod">
          <ac:chgData name="Thiago Nunes Marques" userId="dce263a7-ad90-4d73-8fe4-82134c2baa66" providerId="ADAL" clId="{3CD70271-57F3-4E4E-BB86-D11C6874D2FE}" dt="2026-10-20T20:51:35.683" v="322"/>
          <ac:spMkLst>
            <pc:docMk/>
            <pc:sldMk cId="1405410275" sldId="2147483587"/>
            <ac:spMk id="8" creationId="{9FFB2AE3-A05E-41D9-814F-DC54B12BD99F}"/>
          </ac:spMkLst>
        </pc:spChg>
        <pc:spChg chg="add mod">
          <ac:chgData name="Thiago Nunes Marques" userId="dce263a7-ad90-4d73-8fe4-82134c2baa66" providerId="ADAL" clId="{3CD70271-57F3-4E4E-BB86-D11C6874D2FE}" dt="2026-10-20T20:51:35.684" v="326"/>
          <ac:spMkLst>
            <pc:docMk/>
            <pc:sldMk cId="1405410275" sldId="2147483587"/>
            <ac:spMk id="9" creationId="{086E1756-0D05-4075-A4ED-7568959F2811}"/>
          </ac:spMkLst>
        </pc:spChg>
        <pc:spChg chg="add mod">
          <ac:chgData name="Thiago Nunes Marques" userId="dce263a7-ad90-4d73-8fe4-82134c2baa66" providerId="ADAL" clId="{3CD70271-57F3-4E4E-BB86-D11C6874D2FE}" dt="2026-10-20T20:51:35.688" v="330"/>
          <ac:spMkLst>
            <pc:docMk/>
            <pc:sldMk cId="1405410275" sldId="2147483587"/>
            <ac:spMk id="10" creationId="{F0E7CD70-99E3-4995-8E7A-1A80E76B2260}"/>
          </ac:spMkLst>
        </pc:spChg>
        <pc:spChg chg="add mod">
          <ac:chgData name="Thiago Nunes Marques" userId="dce263a7-ad90-4d73-8fe4-82134c2baa66" providerId="ADAL" clId="{3CD70271-57F3-4E4E-BB86-D11C6874D2FE}" dt="2026-10-20T20:51:35.695" v="339"/>
          <ac:spMkLst>
            <pc:docMk/>
            <pc:sldMk cId="1405410275" sldId="2147483587"/>
            <ac:spMk id="11" creationId="{0FA9BAC0-8A95-47B1-B572-A966AB4B7993}"/>
          </ac:spMkLst>
        </pc:spChg>
        <pc:spChg chg="add mod">
          <ac:chgData name="Thiago Nunes Marques" userId="dce263a7-ad90-4d73-8fe4-82134c2baa66" providerId="ADAL" clId="{3CD70271-57F3-4E4E-BB86-D11C6874D2FE}" dt="2026-10-20T20:51:35.705" v="348"/>
          <ac:spMkLst>
            <pc:docMk/>
            <pc:sldMk cId="1405410275" sldId="2147483587"/>
            <ac:spMk id="12" creationId="{8393B517-AC2A-4555-8585-C589E10572BC}"/>
          </ac:spMkLst>
        </pc:spChg>
        <pc:spChg chg="add mod">
          <ac:chgData name="Thiago Nunes Marques" userId="dce263a7-ad90-4d73-8fe4-82134c2baa66" providerId="ADAL" clId="{3CD70271-57F3-4E4E-BB86-D11C6874D2FE}" dt="2026-10-20T20:51:35.710" v="352"/>
          <ac:spMkLst>
            <pc:docMk/>
            <pc:sldMk cId="1405410275" sldId="2147483587"/>
            <ac:spMk id="13" creationId="{25307E5C-BC9C-4971-BB0F-E3BD94F9620D}"/>
          </ac:spMkLst>
        </pc:spChg>
        <pc:spChg chg="add mod">
          <ac:chgData name="Thiago Nunes Marques" userId="dce263a7-ad90-4d73-8fe4-82134c2baa66" providerId="ADAL" clId="{3CD70271-57F3-4E4E-BB86-D11C6874D2FE}" dt="2026-10-20T20:51:35.719" v="361"/>
          <ac:spMkLst>
            <pc:docMk/>
            <pc:sldMk cId="1405410275" sldId="2147483587"/>
            <ac:spMk id="14" creationId="{FF6CCEB4-F16D-440C-83D6-C357E2340E21}"/>
          </ac:spMkLst>
        </pc:spChg>
        <pc:spChg chg="add mod">
          <ac:chgData name="Thiago Nunes Marques" userId="dce263a7-ad90-4d73-8fe4-82134c2baa66" providerId="ADAL" clId="{3CD70271-57F3-4E4E-BB86-D11C6874D2FE}" dt="2026-10-20T20:51:35.723" v="365"/>
          <ac:spMkLst>
            <pc:docMk/>
            <pc:sldMk cId="1405410275" sldId="2147483587"/>
            <ac:spMk id="15" creationId="{9BB307B3-2B24-4827-8B25-F37C8183438A}"/>
          </ac:spMkLst>
        </pc:spChg>
        <pc:spChg chg="add mod">
          <ac:chgData name="Thiago Nunes Marques" userId="dce263a7-ad90-4d73-8fe4-82134c2baa66" providerId="ADAL" clId="{3CD70271-57F3-4E4E-BB86-D11C6874D2FE}" dt="2026-10-20T20:51:35.725" v="369"/>
          <ac:spMkLst>
            <pc:docMk/>
            <pc:sldMk cId="1405410275" sldId="2147483587"/>
            <ac:spMk id="16" creationId="{12DBB501-71C1-4BCE-8EE9-03205CE119F7}"/>
          </ac:spMkLst>
        </pc:spChg>
        <pc:spChg chg="add mod">
          <ac:chgData name="Thiago Nunes Marques" userId="dce263a7-ad90-4d73-8fe4-82134c2baa66" providerId="ADAL" clId="{3CD70271-57F3-4E4E-BB86-D11C6874D2FE}" dt="2026-10-20T20:51:35.735" v="378"/>
          <ac:spMkLst>
            <pc:docMk/>
            <pc:sldMk cId="1405410275" sldId="2147483587"/>
            <ac:spMk id="17" creationId="{FC319E69-5361-4E0E-BDE6-992A96E939CA}"/>
          </ac:spMkLst>
        </pc:spChg>
        <pc:spChg chg="add mod">
          <ac:chgData name="Thiago Nunes Marques" userId="dce263a7-ad90-4d73-8fe4-82134c2baa66" providerId="ADAL" clId="{3CD70271-57F3-4E4E-BB86-D11C6874D2FE}" dt="2026-10-20T20:51:35.745" v="387"/>
          <ac:spMkLst>
            <pc:docMk/>
            <pc:sldMk cId="1405410275" sldId="2147483587"/>
            <ac:spMk id="18" creationId="{F85EAA65-BBA9-4D71-810B-E24CEC8FA181}"/>
          </ac:spMkLst>
        </pc:spChg>
        <pc:spChg chg="add mod">
          <ac:chgData name="Thiago Nunes Marques" userId="dce263a7-ad90-4d73-8fe4-82134c2baa66" providerId="ADAL" clId="{3CD70271-57F3-4E4E-BB86-D11C6874D2FE}" dt="2026-10-20T20:51:35.749" v="391"/>
          <ac:spMkLst>
            <pc:docMk/>
            <pc:sldMk cId="1405410275" sldId="2147483587"/>
            <ac:spMk id="19" creationId="{CEC6CDE8-E982-4748-8DEC-720BA485CFF8}"/>
          </ac:spMkLst>
        </pc:spChg>
        <pc:spChg chg="add mod">
          <ac:chgData name="Thiago Nunes Marques" userId="dce263a7-ad90-4d73-8fe4-82134c2baa66" providerId="ADAL" clId="{3CD70271-57F3-4E4E-BB86-D11C6874D2FE}" dt="2026-10-20T20:51:35.762" v="400"/>
          <ac:spMkLst>
            <pc:docMk/>
            <pc:sldMk cId="1405410275" sldId="2147483587"/>
            <ac:spMk id="20" creationId="{304E961F-F350-4C40-BA5A-C0CEE8D69C0E}"/>
          </ac:spMkLst>
        </pc:spChg>
        <pc:spChg chg="add mod">
          <ac:chgData name="Thiago Nunes Marques" userId="dce263a7-ad90-4d73-8fe4-82134c2baa66" providerId="ADAL" clId="{3CD70271-57F3-4E4E-BB86-D11C6874D2FE}" dt="2026-10-20T20:51:35.765" v="404"/>
          <ac:spMkLst>
            <pc:docMk/>
            <pc:sldMk cId="1405410275" sldId="2147483587"/>
            <ac:spMk id="21" creationId="{68F59DEA-C384-4423-B514-47D75A757C80}"/>
          </ac:spMkLst>
        </pc:spChg>
        <pc:spChg chg="add mod">
          <ac:chgData name="Thiago Nunes Marques" userId="dce263a7-ad90-4d73-8fe4-82134c2baa66" providerId="ADAL" clId="{3CD70271-57F3-4E4E-BB86-D11C6874D2FE}" dt="2026-10-20T20:51:35.771" v="413"/>
          <ac:spMkLst>
            <pc:docMk/>
            <pc:sldMk cId="1405410275" sldId="2147483587"/>
            <ac:spMk id="22" creationId="{E56BB454-5F93-4B01-955E-C0593B1E7FF8}"/>
          </ac:spMkLst>
        </pc:spChg>
      </pc:sldChg>
      <pc:sldChg chg="addSp modSp new mod ord">
        <pc:chgData name="Thiago Nunes Marques" userId="dce263a7-ad90-4d73-8fe4-82134c2baa66" providerId="ADAL" clId="{3CD70271-57F3-4E4E-BB86-D11C6874D2FE}" dt="2026-10-20T20:51:44.122" v="521"/>
        <pc:sldMkLst>
          <pc:docMk/>
          <pc:sldMk cId="3661687148" sldId="2147483588"/>
        </pc:sldMkLst>
        <pc:spChg chg="mod">
          <ac:chgData name="Thiago Nunes Marques" userId="dce263a7-ad90-4d73-8fe4-82134c2baa66" providerId="ADAL" clId="{3CD70271-57F3-4E4E-BB86-D11C6874D2FE}" dt="2026-10-20T20:51:43.928" v="416"/>
          <ac:spMkLst>
            <pc:docMk/>
            <pc:sldMk cId="3661687148" sldId="2147483588"/>
            <ac:spMk id="2" creationId="{E9ECD57A-318A-0D96-561E-8AFFAC546F8E}"/>
          </ac:spMkLst>
        </pc:spChg>
        <pc:spChg chg="add mod">
          <ac:chgData name="Thiago Nunes Marques" userId="dce263a7-ad90-4d73-8fe4-82134c2baa66" providerId="ADAL" clId="{3CD70271-57F3-4E4E-BB86-D11C6874D2FE}" dt="2026-10-20T20:51:43.935" v="421"/>
          <ac:spMkLst>
            <pc:docMk/>
            <pc:sldMk cId="3661687148" sldId="2147483588"/>
            <ac:spMk id="3" creationId="{FDA772E7-96D0-4178-8BAC-20CEBDD5B508}"/>
          </ac:spMkLst>
        </pc:spChg>
        <pc:spChg chg="add mod">
          <ac:chgData name="Thiago Nunes Marques" userId="dce263a7-ad90-4d73-8fe4-82134c2baa66" providerId="ADAL" clId="{3CD70271-57F3-4E4E-BB86-D11C6874D2FE}" dt="2026-10-20T20:51:43.951" v="430"/>
          <ac:spMkLst>
            <pc:docMk/>
            <pc:sldMk cId="3661687148" sldId="2147483588"/>
            <ac:spMk id="4" creationId="{0F896D9C-0AF2-4FAC-B440-4113A4AEEA38}"/>
          </ac:spMkLst>
        </pc:spChg>
        <pc:spChg chg="add mod">
          <ac:chgData name="Thiago Nunes Marques" userId="dce263a7-ad90-4d73-8fe4-82134c2baa66" providerId="ADAL" clId="{3CD70271-57F3-4E4E-BB86-D11C6874D2FE}" dt="2026-10-20T20:51:43.960" v="439"/>
          <ac:spMkLst>
            <pc:docMk/>
            <pc:sldMk cId="3661687148" sldId="2147483588"/>
            <ac:spMk id="5" creationId="{B783C5A5-2861-4A90-B5B3-DA1CEA3A9516}"/>
          </ac:spMkLst>
        </pc:spChg>
        <pc:spChg chg="add mod">
          <ac:chgData name="Thiago Nunes Marques" userId="dce263a7-ad90-4d73-8fe4-82134c2baa66" providerId="ADAL" clId="{3CD70271-57F3-4E4E-BB86-D11C6874D2FE}" dt="2026-10-20T20:51:43.966" v="443"/>
          <ac:spMkLst>
            <pc:docMk/>
            <pc:sldMk cId="3661687148" sldId="2147483588"/>
            <ac:spMk id="6" creationId="{D12F022B-5404-48A8-88BE-D4C5E2D48D3D}"/>
          </ac:spMkLst>
        </pc:spChg>
        <pc:spChg chg="add mod">
          <ac:chgData name="Thiago Nunes Marques" userId="dce263a7-ad90-4d73-8fe4-82134c2baa66" providerId="ADAL" clId="{3CD70271-57F3-4E4E-BB86-D11C6874D2FE}" dt="2026-10-20T20:51:43.971" v="448"/>
          <ac:spMkLst>
            <pc:docMk/>
            <pc:sldMk cId="3661687148" sldId="2147483588"/>
            <ac:spMk id="7" creationId="{2218FC96-5218-4BA1-A0B8-CFCC3BCC6783}"/>
          </ac:spMkLst>
        </pc:spChg>
        <pc:spChg chg="add mod">
          <ac:chgData name="Thiago Nunes Marques" userId="dce263a7-ad90-4d73-8fe4-82134c2baa66" providerId="ADAL" clId="{3CD70271-57F3-4E4E-BB86-D11C6874D2FE}" dt="2026-10-20T20:51:43.990" v="457"/>
          <ac:spMkLst>
            <pc:docMk/>
            <pc:sldMk cId="3661687148" sldId="2147483588"/>
            <ac:spMk id="8" creationId="{47A416D8-5176-4750-8DAE-1D5C916A7C59}"/>
          </ac:spMkLst>
        </pc:spChg>
        <pc:spChg chg="add mod">
          <ac:chgData name="Thiago Nunes Marques" userId="dce263a7-ad90-4d73-8fe4-82134c2baa66" providerId="ADAL" clId="{3CD70271-57F3-4E4E-BB86-D11C6874D2FE}" dt="2026-10-20T20:51:44.002" v="466"/>
          <ac:spMkLst>
            <pc:docMk/>
            <pc:sldMk cId="3661687148" sldId="2147483588"/>
            <ac:spMk id="9" creationId="{49BD713D-22A7-45FD-B93B-560C66B90D1B}"/>
          </ac:spMkLst>
        </pc:spChg>
        <pc:spChg chg="add mod">
          <ac:chgData name="Thiago Nunes Marques" userId="dce263a7-ad90-4d73-8fe4-82134c2baa66" providerId="ADAL" clId="{3CD70271-57F3-4E4E-BB86-D11C6874D2FE}" dt="2026-10-20T20:51:44.008" v="470"/>
          <ac:spMkLst>
            <pc:docMk/>
            <pc:sldMk cId="3661687148" sldId="2147483588"/>
            <ac:spMk id="10" creationId="{CA6505E8-52D6-4057-9D9F-C9E6B0E5751B}"/>
          </ac:spMkLst>
        </pc:spChg>
        <pc:spChg chg="add mod">
          <ac:chgData name="Thiago Nunes Marques" userId="dce263a7-ad90-4d73-8fe4-82134c2baa66" providerId="ADAL" clId="{3CD70271-57F3-4E4E-BB86-D11C6874D2FE}" dt="2026-10-20T20:51:44.019" v="475"/>
          <ac:spMkLst>
            <pc:docMk/>
            <pc:sldMk cId="3661687148" sldId="2147483588"/>
            <ac:spMk id="11" creationId="{FCBF34DD-02DC-4CD4-989F-13C6CFC14CE1}"/>
          </ac:spMkLst>
        </pc:spChg>
        <pc:spChg chg="add mod">
          <ac:chgData name="Thiago Nunes Marques" userId="dce263a7-ad90-4d73-8fe4-82134c2baa66" providerId="ADAL" clId="{3CD70271-57F3-4E4E-BB86-D11C6874D2FE}" dt="2026-10-20T20:51:44.037" v="484"/>
          <ac:spMkLst>
            <pc:docMk/>
            <pc:sldMk cId="3661687148" sldId="2147483588"/>
            <ac:spMk id="12" creationId="{592D50BD-61C5-45E3-A48E-E84D3EBCC6F3}"/>
          </ac:spMkLst>
        </pc:spChg>
        <pc:spChg chg="add mod">
          <ac:chgData name="Thiago Nunes Marques" userId="dce263a7-ad90-4d73-8fe4-82134c2baa66" providerId="ADAL" clId="{3CD70271-57F3-4E4E-BB86-D11C6874D2FE}" dt="2026-10-20T20:51:44.054" v="493"/>
          <ac:spMkLst>
            <pc:docMk/>
            <pc:sldMk cId="3661687148" sldId="2147483588"/>
            <ac:spMk id="13" creationId="{9D5FC5D5-F284-4D53-87C8-40655DE3809F}"/>
          </ac:spMkLst>
        </pc:spChg>
        <pc:spChg chg="add mod">
          <ac:chgData name="Thiago Nunes Marques" userId="dce263a7-ad90-4d73-8fe4-82134c2baa66" providerId="ADAL" clId="{3CD70271-57F3-4E4E-BB86-D11C6874D2FE}" dt="2026-10-20T20:51:44.060" v="497"/>
          <ac:spMkLst>
            <pc:docMk/>
            <pc:sldMk cId="3661687148" sldId="2147483588"/>
            <ac:spMk id="14" creationId="{8EF8C7A0-DE5D-4371-B196-09E5F3D9EA86}"/>
          </ac:spMkLst>
        </pc:spChg>
        <pc:spChg chg="add mod">
          <ac:chgData name="Thiago Nunes Marques" userId="dce263a7-ad90-4d73-8fe4-82134c2baa66" providerId="ADAL" clId="{3CD70271-57F3-4E4E-BB86-D11C6874D2FE}" dt="2026-10-20T20:51:44.069" v="502"/>
          <ac:spMkLst>
            <pc:docMk/>
            <pc:sldMk cId="3661687148" sldId="2147483588"/>
            <ac:spMk id="15" creationId="{B0AD574D-E8E7-407A-8F7C-F0C3D79315BF}"/>
          </ac:spMkLst>
        </pc:spChg>
        <pc:spChg chg="add mod">
          <ac:chgData name="Thiago Nunes Marques" userId="dce263a7-ad90-4d73-8fe4-82134c2baa66" providerId="ADAL" clId="{3CD70271-57F3-4E4E-BB86-D11C6874D2FE}" dt="2026-10-20T20:51:44.086" v="511"/>
          <ac:spMkLst>
            <pc:docMk/>
            <pc:sldMk cId="3661687148" sldId="2147483588"/>
            <ac:spMk id="16" creationId="{7C3E2394-80DB-4A47-AC5E-95C2444EB5DD}"/>
          </ac:spMkLst>
        </pc:spChg>
        <pc:spChg chg="add mod">
          <ac:chgData name="Thiago Nunes Marques" userId="dce263a7-ad90-4d73-8fe4-82134c2baa66" providerId="ADAL" clId="{3CD70271-57F3-4E4E-BB86-D11C6874D2FE}" dt="2026-10-20T20:51:44.100" v="520"/>
          <ac:spMkLst>
            <pc:docMk/>
            <pc:sldMk cId="3661687148" sldId="2147483588"/>
            <ac:spMk id="17" creationId="{99B0C347-C4C1-4951-B1E1-C419F0514BD4}"/>
          </ac:spMkLst>
        </pc:spChg>
      </pc:sldChg>
      <pc:sldChg chg="modSp new mod ord">
        <pc:chgData name="Thiago Nunes Marques" userId="dce263a7-ad90-4d73-8fe4-82134c2baa66" providerId="ADAL" clId="{3CD70271-57F3-4E4E-BB86-D11C6874D2FE}" dt="2026-10-20T20:51:50.551" v="528"/>
        <pc:sldMkLst>
          <pc:docMk/>
          <pc:sldMk cId="3639290311" sldId="2147483589"/>
        </pc:sldMkLst>
        <pc:spChg chg="mod">
          <ac:chgData name="Thiago Nunes Marques" userId="dce263a7-ad90-4d73-8fe4-82134c2baa66" providerId="ADAL" clId="{3CD70271-57F3-4E4E-BB86-D11C6874D2FE}" dt="2026-10-20T20:51:50.525" v="524"/>
          <ac:spMkLst>
            <pc:docMk/>
            <pc:sldMk cId="3639290311" sldId="2147483589"/>
            <ac:spMk id="2" creationId="{0519A6F1-2E2E-9FB2-FA0E-DBA0CFB87A29}"/>
          </ac:spMkLst>
        </pc:spChg>
        <pc:spChg chg="mod">
          <ac:chgData name="Thiago Nunes Marques" userId="dce263a7-ad90-4d73-8fe4-82134c2baa66" providerId="ADAL" clId="{3CD70271-57F3-4E4E-BB86-D11C6874D2FE}" dt="2026-10-20T20:51:50.528" v="525"/>
          <ac:spMkLst>
            <pc:docMk/>
            <pc:sldMk cId="3639290311" sldId="2147483589"/>
            <ac:spMk id="3" creationId="{A58AFC94-EA94-2789-9A14-5A6B6DBD5FA6}"/>
          </ac:spMkLst>
        </pc:spChg>
      </pc:sldChg>
      <pc:sldChg chg="modSp new mod ord">
        <pc:chgData name="Thiago Nunes Marques" userId="dce263a7-ad90-4d73-8fe4-82134c2baa66" providerId="ADAL" clId="{3CD70271-57F3-4E4E-BB86-D11C6874D2FE}" dt="2026-10-20T20:51:50.574" v="530"/>
        <pc:sldMkLst>
          <pc:docMk/>
          <pc:sldMk cId="3358757498" sldId="2147483590"/>
        </pc:sldMkLst>
        <pc:spChg chg="mod">
          <ac:chgData name="Thiago Nunes Marques" userId="dce263a7-ad90-4d73-8fe4-82134c2baa66" providerId="ADAL" clId="{3CD70271-57F3-4E4E-BB86-D11C6874D2FE}" dt="2026-10-20T20:51:50.530" v="526"/>
          <ac:spMkLst>
            <pc:docMk/>
            <pc:sldMk cId="3358757498" sldId="2147483590"/>
            <ac:spMk id="2" creationId="{16E539C2-23EA-7209-BA84-D62A7544F252}"/>
          </ac:spMkLst>
        </pc:spChg>
        <pc:spChg chg="mod">
          <ac:chgData name="Thiago Nunes Marques" userId="dce263a7-ad90-4d73-8fe4-82134c2baa66" providerId="ADAL" clId="{3CD70271-57F3-4E4E-BB86-D11C6874D2FE}" dt="2026-10-20T20:51:50.534" v="527"/>
          <ac:spMkLst>
            <pc:docMk/>
            <pc:sldMk cId="3358757498" sldId="2147483590"/>
            <ac:spMk id="3" creationId="{F1B23B97-B0F2-E5A7-98E4-C6731C67C9AB}"/>
          </ac:spMkLst>
        </pc:spChg>
      </pc:sldChg>
      <pc:sldChg chg="modSp new del mod ord">
        <pc:chgData name="Thiago Nunes Marques" userId="dce263a7-ad90-4d73-8fe4-82134c2baa66" providerId="ADAL" clId="{3CD70271-57F3-4E4E-BB86-D11C6874D2FE}" dt="2026-10-20T20:52:07.498" v="543"/>
        <pc:sldMkLst>
          <pc:docMk/>
          <pc:sldMk cId="74813190" sldId="2147483591"/>
        </pc:sldMkLst>
        <pc:spChg chg="mod">
          <ac:chgData name="Thiago Nunes Marques" userId="dce263a7-ad90-4d73-8fe4-82134c2baa66" providerId="ADAL" clId="{3CD70271-57F3-4E4E-BB86-D11C6874D2FE}" dt="2026-10-20T20:51:59.200" v="533"/>
          <ac:spMkLst>
            <pc:docMk/>
            <pc:sldMk cId="74813190" sldId="2147483591"/>
            <ac:spMk id="2" creationId="{80145FEA-1CBA-9847-35D7-4BC293C357A8}"/>
          </ac:spMkLst>
        </pc:spChg>
        <pc:spChg chg="mod">
          <ac:chgData name="Thiago Nunes Marques" userId="dce263a7-ad90-4d73-8fe4-82134c2baa66" providerId="ADAL" clId="{3CD70271-57F3-4E4E-BB86-D11C6874D2FE}" dt="2026-10-20T20:51:59.223" v="539"/>
          <ac:spMkLst>
            <pc:docMk/>
            <pc:sldMk cId="74813190" sldId="2147483591"/>
            <ac:spMk id="3" creationId="{8C52DA34-B35C-6FBC-5B35-EA9E9DD24BFC}"/>
          </ac:spMkLst>
        </pc:spChg>
      </pc:sldChg>
      <pc:sldChg chg="add del">
        <pc:chgData name="Thiago Nunes Marques" userId="dce263a7-ad90-4d73-8fe4-82134c2baa66" providerId="ADAL" clId="{3CD70271-57F3-4E4E-BB86-D11C6874D2FE}" dt="2026-10-20T20:52:16.093" v="545"/>
        <pc:sldMkLst>
          <pc:docMk/>
          <pc:sldMk cId="2752726501" sldId="2147483592"/>
        </pc:sldMkLst>
      </pc:sldChg>
      <pc:sldChg chg="add">
        <pc:chgData name="Thiago Nunes Marques" userId="dce263a7-ad90-4d73-8fe4-82134c2baa66" providerId="ADAL" clId="{3CD70271-57F3-4E4E-BB86-D11C6874D2FE}" dt="2026-10-20T20:52:16.066" v="544"/>
        <pc:sldMkLst>
          <pc:docMk/>
          <pc:sldMk cId="1996010034" sldId="2147483593"/>
        </pc:sldMkLst>
      </pc:sldChg>
      <pc:sldChg chg="addSp modSp new mod ord">
        <pc:chgData name="Thiago Nunes Marques" userId="dce263a7-ad90-4d73-8fe4-82134c2baa66" providerId="ADAL" clId="{3CD70271-57F3-4E4E-BB86-D11C6874D2FE}" dt="2026-10-20T20:52:25.287" v="672"/>
        <pc:sldMkLst>
          <pc:docMk/>
          <pc:sldMk cId="2569996147" sldId="2147483594"/>
        </pc:sldMkLst>
        <pc:spChg chg="mod">
          <ac:chgData name="Thiago Nunes Marques" userId="dce263a7-ad90-4d73-8fe4-82134c2baa66" providerId="ADAL" clId="{3CD70271-57F3-4E4E-BB86-D11C6874D2FE}" dt="2026-10-20T20:52:25.079" v="547"/>
          <ac:spMkLst>
            <pc:docMk/>
            <pc:sldMk cId="2569996147" sldId="2147483594"/>
            <ac:spMk id="2" creationId="{3DFBF33C-E734-F61B-3614-8361060ED685}"/>
          </ac:spMkLst>
        </pc:spChg>
        <pc:spChg chg="add mod">
          <ac:chgData name="Thiago Nunes Marques" userId="dce263a7-ad90-4d73-8fe4-82134c2baa66" providerId="ADAL" clId="{3CD70271-57F3-4E4E-BB86-D11C6874D2FE}" dt="2026-10-20T20:52:25.087" v="551"/>
          <ac:spMkLst>
            <pc:docMk/>
            <pc:sldMk cId="2569996147" sldId="2147483594"/>
            <ac:spMk id="3" creationId="{BBCBB5C5-8AB4-442B-85D9-2E76559C5CC8}"/>
          </ac:spMkLst>
        </pc:spChg>
        <pc:spChg chg="add mod">
          <ac:chgData name="Thiago Nunes Marques" userId="dce263a7-ad90-4d73-8fe4-82134c2baa66" providerId="ADAL" clId="{3CD70271-57F3-4E4E-BB86-D11C6874D2FE}" dt="2026-10-20T20:52:25.112" v="560"/>
          <ac:spMkLst>
            <pc:docMk/>
            <pc:sldMk cId="2569996147" sldId="2147483594"/>
            <ac:spMk id="4" creationId="{81142730-8171-44C8-8936-39FCAA982047}"/>
          </ac:spMkLst>
        </pc:spChg>
        <pc:spChg chg="add mod">
          <ac:chgData name="Thiago Nunes Marques" userId="dce263a7-ad90-4d73-8fe4-82134c2baa66" providerId="ADAL" clId="{3CD70271-57F3-4E4E-BB86-D11C6874D2FE}" dt="2026-10-20T20:52:25.121" v="569"/>
          <ac:spMkLst>
            <pc:docMk/>
            <pc:sldMk cId="2569996147" sldId="2147483594"/>
            <ac:spMk id="5" creationId="{32F401BF-C3CB-4A80-AFC6-A04E7CF2D3F9}"/>
          </ac:spMkLst>
        </pc:spChg>
        <pc:spChg chg="add mod">
          <ac:chgData name="Thiago Nunes Marques" userId="dce263a7-ad90-4d73-8fe4-82134c2baa66" providerId="ADAL" clId="{3CD70271-57F3-4E4E-BB86-D11C6874D2FE}" dt="2026-10-20T20:52:25.133" v="578"/>
          <ac:spMkLst>
            <pc:docMk/>
            <pc:sldMk cId="2569996147" sldId="2147483594"/>
            <ac:spMk id="6" creationId="{E08A0472-36B7-4B47-9061-597968FECB09}"/>
          </ac:spMkLst>
        </pc:spChg>
        <pc:spChg chg="add mod">
          <ac:chgData name="Thiago Nunes Marques" userId="dce263a7-ad90-4d73-8fe4-82134c2baa66" providerId="ADAL" clId="{3CD70271-57F3-4E4E-BB86-D11C6874D2FE}" dt="2026-10-20T20:52:25.140" v="582"/>
          <ac:spMkLst>
            <pc:docMk/>
            <pc:sldMk cId="2569996147" sldId="2147483594"/>
            <ac:spMk id="7" creationId="{BA4ED0AC-BC3E-4E59-B13C-37761448DF67}"/>
          </ac:spMkLst>
        </pc:spChg>
        <pc:spChg chg="add mod">
          <ac:chgData name="Thiago Nunes Marques" userId="dce263a7-ad90-4d73-8fe4-82134c2baa66" providerId="ADAL" clId="{3CD70271-57F3-4E4E-BB86-D11C6874D2FE}" dt="2026-10-20T20:52:25.154" v="591"/>
          <ac:spMkLst>
            <pc:docMk/>
            <pc:sldMk cId="2569996147" sldId="2147483594"/>
            <ac:spMk id="8" creationId="{00AFF192-84BF-4E5C-8BC6-56142609A102}"/>
          </ac:spMkLst>
        </pc:spChg>
        <pc:spChg chg="add mod">
          <ac:chgData name="Thiago Nunes Marques" userId="dce263a7-ad90-4d73-8fe4-82134c2baa66" providerId="ADAL" clId="{3CD70271-57F3-4E4E-BB86-D11C6874D2FE}" dt="2026-10-20T20:52:25.165" v="600"/>
          <ac:spMkLst>
            <pc:docMk/>
            <pc:sldMk cId="2569996147" sldId="2147483594"/>
            <ac:spMk id="9" creationId="{EDCE8716-414E-45EB-97AE-5416356ED4BA}"/>
          </ac:spMkLst>
        </pc:spChg>
        <pc:spChg chg="add mod">
          <ac:chgData name="Thiago Nunes Marques" userId="dce263a7-ad90-4d73-8fe4-82134c2baa66" providerId="ADAL" clId="{3CD70271-57F3-4E4E-BB86-D11C6874D2FE}" dt="2026-10-20T20:52:25.178" v="609"/>
          <ac:spMkLst>
            <pc:docMk/>
            <pc:sldMk cId="2569996147" sldId="2147483594"/>
            <ac:spMk id="10" creationId="{3E2F1173-8659-41C8-AF6D-3B82BE3F7968}"/>
          </ac:spMkLst>
        </pc:spChg>
        <pc:spChg chg="add mod">
          <ac:chgData name="Thiago Nunes Marques" userId="dce263a7-ad90-4d73-8fe4-82134c2baa66" providerId="ADAL" clId="{3CD70271-57F3-4E4E-BB86-D11C6874D2FE}" dt="2026-10-20T20:52:25.187" v="613"/>
          <ac:spMkLst>
            <pc:docMk/>
            <pc:sldMk cId="2569996147" sldId="2147483594"/>
            <ac:spMk id="11" creationId="{1C08D751-A49E-4CFF-BFE6-346EFACA6028}"/>
          </ac:spMkLst>
        </pc:spChg>
        <pc:spChg chg="add mod">
          <ac:chgData name="Thiago Nunes Marques" userId="dce263a7-ad90-4d73-8fe4-82134c2baa66" providerId="ADAL" clId="{3CD70271-57F3-4E4E-BB86-D11C6874D2FE}" dt="2026-10-20T20:52:25.201" v="622"/>
          <ac:spMkLst>
            <pc:docMk/>
            <pc:sldMk cId="2569996147" sldId="2147483594"/>
            <ac:spMk id="12" creationId="{03D5B1F3-3287-4C28-A418-BBFB9EDE2238}"/>
          </ac:spMkLst>
        </pc:spChg>
        <pc:spChg chg="add mod">
          <ac:chgData name="Thiago Nunes Marques" userId="dce263a7-ad90-4d73-8fe4-82134c2baa66" providerId="ADAL" clId="{3CD70271-57F3-4E4E-BB86-D11C6874D2FE}" dt="2026-10-20T20:52:25.212" v="631"/>
          <ac:spMkLst>
            <pc:docMk/>
            <pc:sldMk cId="2569996147" sldId="2147483594"/>
            <ac:spMk id="13" creationId="{F9211066-CB2F-4DAC-8BE5-62B66A05DF41}"/>
          </ac:spMkLst>
        </pc:spChg>
        <pc:spChg chg="add mod">
          <ac:chgData name="Thiago Nunes Marques" userId="dce263a7-ad90-4d73-8fe4-82134c2baa66" providerId="ADAL" clId="{3CD70271-57F3-4E4E-BB86-D11C6874D2FE}" dt="2026-10-20T20:52:25.225" v="640"/>
          <ac:spMkLst>
            <pc:docMk/>
            <pc:sldMk cId="2569996147" sldId="2147483594"/>
            <ac:spMk id="14" creationId="{D5375013-5578-4C0D-8E6E-9A2DF881F488}"/>
          </ac:spMkLst>
        </pc:spChg>
        <pc:spChg chg="add mod">
          <ac:chgData name="Thiago Nunes Marques" userId="dce263a7-ad90-4d73-8fe4-82134c2baa66" providerId="ADAL" clId="{3CD70271-57F3-4E4E-BB86-D11C6874D2FE}" dt="2026-10-20T20:52:25.231" v="644"/>
          <ac:spMkLst>
            <pc:docMk/>
            <pc:sldMk cId="2569996147" sldId="2147483594"/>
            <ac:spMk id="15" creationId="{5A24B130-FADC-4FB3-84BF-E13EB5C47A97}"/>
          </ac:spMkLst>
        </pc:spChg>
        <pc:spChg chg="add mod">
          <ac:chgData name="Thiago Nunes Marques" userId="dce263a7-ad90-4d73-8fe4-82134c2baa66" providerId="ADAL" clId="{3CD70271-57F3-4E4E-BB86-D11C6874D2FE}" dt="2026-10-20T20:52:25.242" v="653"/>
          <ac:spMkLst>
            <pc:docMk/>
            <pc:sldMk cId="2569996147" sldId="2147483594"/>
            <ac:spMk id="16" creationId="{82C5A3FC-144F-4E93-B210-D96B4859BC46}"/>
          </ac:spMkLst>
        </pc:spChg>
        <pc:spChg chg="add mod">
          <ac:chgData name="Thiago Nunes Marques" userId="dce263a7-ad90-4d73-8fe4-82134c2baa66" providerId="ADAL" clId="{3CD70271-57F3-4E4E-BB86-D11C6874D2FE}" dt="2026-10-20T20:52:25.256" v="662"/>
          <ac:spMkLst>
            <pc:docMk/>
            <pc:sldMk cId="2569996147" sldId="2147483594"/>
            <ac:spMk id="17" creationId="{B05D28EE-BE92-4FB5-9A7D-1D4C0C6DAFC5}"/>
          </ac:spMkLst>
        </pc:spChg>
        <pc:spChg chg="add mod">
          <ac:chgData name="Thiago Nunes Marques" userId="dce263a7-ad90-4d73-8fe4-82134c2baa66" providerId="ADAL" clId="{3CD70271-57F3-4E4E-BB86-D11C6874D2FE}" dt="2026-10-20T20:52:25.273" v="671"/>
          <ac:spMkLst>
            <pc:docMk/>
            <pc:sldMk cId="2569996147" sldId="2147483594"/>
            <ac:spMk id="18" creationId="{01A06CB9-5442-490B-8285-F87E5D1CD1A1}"/>
          </ac:spMkLst>
        </pc:spChg>
      </pc:sldChg>
      <pc:sldChg chg="addSp modSp new mod ord">
        <pc:chgData name="Thiago Nunes Marques" userId="dce263a7-ad90-4d73-8fe4-82134c2baa66" providerId="ADAL" clId="{3CD70271-57F3-4E4E-BB86-D11C6874D2FE}" dt="2026-10-20T20:52:40.991" v="982"/>
        <pc:sldMkLst>
          <pc:docMk/>
          <pc:sldMk cId="1188462765" sldId="2147483595"/>
        </pc:sldMkLst>
        <pc:spChg chg="mod">
          <ac:chgData name="Thiago Nunes Marques" userId="dce263a7-ad90-4d73-8fe4-82134c2baa66" providerId="ADAL" clId="{3CD70271-57F3-4E4E-BB86-D11C6874D2FE}" dt="2026-10-20T20:52:40.585" v="676"/>
          <ac:spMkLst>
            <pc:docMk/>
            <pc:sldMk cId="1188462765" sldId="2147483595"/>
            <ac:spMk id="2" creationId="{AC44C8D4-E73F-2F07-F14A-850A39C95744}"/>
          </ac:spMkLst>
        </pc:spChg>
        <pc:spChg chg="add mod">
          <ac:chgData name="Thiago Nunes Marques" userId="dce263a7-ad90-4d73-8fe4-82134c2baa66" providerId="ADAL" clId="{3CD70271-57F3-4E4E-BB86-D11C6874D2FE}" dt="2026-10-20T20:52:40.588" v="680"/>
          <ac:spMkLst>
            <pc:docMk/>
            <pc:sldMk cId="1188462765" sldId="2147483595"/>
            <ac:spMk id="3" creationId="{492DAE4A-E23D-4F8D-8E81-75A4FB83348E}"/>
          </ac:spMkLst>
        </pc:spChg>
        <pc:spChg chg="add mod">
          <ac:chgData name="Thiago Nunes Marques" userId="dce263a7-ad90-4d73-8fe4-82134c2baa66" providerId="ADAL" clId="{3CD70271-57F3-4E4E-BB86-D11C6874D2FE}" dt="2026-10-20T20:52:40.593" v="684"/>
          <ac:spMkLst>
            <pc:docMk/>
            <pc:sldMk cId="1188462765" sldId="2147483595"/>
            <ac:spMk id="4" creationId="{1B4F62DC-AB4F-4FDB-9B73-98102347F3F0}"/>
          </ac:spMkLst>
        </pc:spChg>
        <pc:spChg chg="add mod">
          <ac:chgData name="Thiago Nunes Marques" userId="dce263a7-ad90-4d73-8fe4-82134c2baa66" providerId="ADAL" clId="{3CD70271-57F3-4E4E-BB86-D11C6874D2FE}" dt="2026-10-20T20:52:40.602" v="692"/>
          <ac:spMkLst>
            <pc:docMk/>
            <pc:sldMk cId="1188462765" sldId="2147483595"/>
            <ac:spMk id="5" creationId="{DDC49B3D-E17C-425F-A27C-2324A14C65F7}"/>
          </ac:spMkLst>
        </pc:spChg>
        <pc:spChg chg="add mod">
          <ac:chgData name="Thiago Nunes Marques" userId="dce263a7-ad90-4d73-8fe4-82134c2baa66" providerId="ADAL" clId="{3CD70271-57F3-4E4E-BB86-D11C6874D2FE}" dt="2026-10-20T20:52:40.610" v="700"/>
          <ac:spMkLst>
            <pc:docMk/>
            <pc:sldMk cId="1188462765" sldId="2147483595"/>
            <ac:spMk id="6" creationId="{6C8A2C93-283A-47E8-B037-582014D55F37}"/>
          </ac:spMkLst>
        </pc:spChg>
        <pc:spChg chg="add mod">
          <ac:chgData name="Thiago Nunes Marques" userId="dce263a7-ad90-4d73-8fe4-82134c2baa66" providerId="ADAL" clId="{3CD70271-57F3-4E4E-BB86-D11C6874D2FE}" dt="2026-10-20T20:52:40.617" v="704"/>
          <ac:spMkLst>
            <pc:docMk/>
            <pc:sldMk cId="1188462765" sldId="2147483595"/>
            <ac:spMk id="7" creationId="{95B03C4B-FF1E-482D-95D3-6A4DF8720245}"/>
          </ac:spMkLst>
        </pc:spChg>
        <pc:spChg chg="add mod">
          <ac:chgData name="Thiago Nunes Marques" userId="dce263a7-ad90-4d73-8fe4-82134c2baa66" providerId="ADAL" clId="{3CD70271-57F3-4E4E-BB86-D11C6874D2FE}" dt="2026-10-20T20:52:40.625" v="712"/>
          <ac:spMkLst>
            <pc:docMk/>
            <pc:sldMk cId="1188462765" sldId="2147483595"/>
            <ac:spMk id="8" creationId="{824839C1-E6BE-4445-9DFE-C32E1E9875CA}"/>
          </ac:spMkLst>
        </pc:spChg>
        <pc:spChg chg="add mod">
          <ac:chgData name="Thiago Nunes Marques" userId="dce263a7-ad90-4d73-8fe4-82134c2baa66" providerId="ADAL" clId="{3CD70271-57F3-4E4E-BB86-D11C6874D2FE}" dt="2026-10-20T20:52:40.629" v="716"/>
          <ac:spMkLst>
            <pc:docMk/>
            <pc:sldMk cId="1188462765" sldId="2147483595"/>
            <ac:spMk id="9" creationId="{975399ED-9FF7-4CE7-9F29-3A9A2FA33DF5}"/>
          </ac:spMkLst>
        </pc:spChg>
        <pc:spChg chg="add mod">
          <ac:chgData name="Thiago Nunes Marques" userId="dce263a7-ad90-4d73-8fe4-82134c2baa66" providerId="ADAL" clId="{3CD70271-57F3-4E4E-BB86-D11C6874D2FE}" dt="2026-10-20T20:52:40.635" v="724"/>
          <ac:spMkLst>
            <pc:docMk/>
            <pc:sldMk cId="1188462765" sldId="2147483595"/>
            <ac:spMk id="10" creationId="{F645178C-A184-4DF0-A97F-367E617F34CE}"/>
          </ac:spMkLst>
        </pc:spChg>
        <pc:spChg chg="add mod">
          <ac:chgData name="Thiago Nunes Marques" userId="dce263a7-ad90-4d73-8fe4-82134c2baa66" providerId="ADAL" clId="{3CD70271-57F3-4E4E-BB86-D11C6874D2FE}" dt="2026-10-20T20:52:40.638" v="728"/>
          <ac:spMkLst>
            <pc:docMk/>
            <pc:sldMk cId="1188462765" sldId="2147483595"/>
            <ac:spMk id="11" creationId="{1090E77C-25CC-44A3-9A49-6F7DF1AA1B07}"/>
          </ac:spMkLst>
        </pc:spChg>
        <pc:spChg chg="add mod">
          <ac:chgData name="Thiago Nunes Marques" userId="dce263a7-ad90-4d73-8fe4-82134c2baa66" providerId="ADAL" clId="{3CD70271-57F3-4E4E-BB86-D11C6874D2FE}" dt="2026-10-20T20:52:40.645" v="736"/>
          <ac:spMkLst>
            <pc:docMk/>
            <pc:sldMk cId="1188462765" sldId="2147483595"/>
            <ac:spMk id="12" creationId="{B8830B6A-F554-4660-9632-1FE7BABDDB89}"/>
          </ac:spMkLst>
        </pc:spChg>
        <pc:spChg chg="add mod">
          <ac:chgData name="Thiago Nunes Marques" userId="dce263a7-ad90-4d73-8fe4-82134c2baa66" providerId="ADAL" clId="{3CD70271-57F3-4E4E-BB86-D11C6874D2FE}" dt="2026-10-20T20:52:40.655" v="744"/>
          <ac:spMkLst>
            <pc:docMk/>
            <pc:sldMk cId="1188462765" sldId="2147483595"/>
            <ac:spMk id="13" creationId="{2347B154-98E7-4BAF-B911-BD838E0CB343}"/>
          </ac:spMkLst>
        </pc:spChg>
        <pc:spChg chg="add mod">
          <ac:chgData name="Thiago Nunes Marques" userId="dce263a7-ad90-4d73-8fe4-82134c2baa66" providerId="ADAL" clId="{3CD70271-57F3-4E4E-BB86-D11C6874D2FE}" dt="2026-10-20T20:52:40.658" v="748"/>
          <ac:spMkLst>
            <pc:docMk/>
            <pc:sldMk cId="1188462765" sldId="2147483595"/>
            <ac:spMk id="14" creationId="{3B1A9EBA-45A4-4B22-BDD5-504FBC40B0FE}"/>
          </ac:spMkLst>
        </pc:spChg>
        <pc:spChg chg="add mod">
          <ac:chgData name="Thiago Nunes Marques" userId="dce263a7-ad90-4d73-8fe4-82134c2baa66" providerId="ADAL" clId="{3CD70271-57F3-4E4E-BB86-D11C6874D2FE}" dt="2026-10-20T20:52:40.668" v="756"/>
          <ac:spMkLst>
            <pc:docMk/>
            <pc:sldMk cId="1188462765" sldId="2147483595"/>
            <ac:spMk id="15" creationId="{F3D8C120-D52F-4E2C-89DF-A340A36B06EA}"/>
          </ac:spMkLst>
        </pc:spChg>
        <pc:spChg chg="add mod">
          <ac:chgData name="Thiago Nunes Marques" userId="dce263a7-ad90-4d73-8fe4-82134c2baa66" providerId="ADAL" clId="{3CD70271-57F3-4E4E-BB86-D11C6874D2FE}" dt="2026-10-20T20:52:40.679" v="764"/>
          <ac:spMkLst>
            <pc:docMk/>
            <pc:sldMk cId="1188462765" sldId="2147483595"/>
            <ac:spMk id="16" creationId="{1B7C8AB6-921B-4C48-8588-DD19A47EA583}"/>
          </ac:spMkLst>
        </pc:spChg>
        <pc:spChg chg="add mod">
          <ac:chgData name="Thiago Nunes Marques" userId="dce263a7-ad90-4d73-8fe4-82134c2baa66" providerId="ADAL" clId="{3CD70271-57F3-4E4E-BB86-D11C6874D2FE}" dt="2026-10-20T20:52:40.691" v="772"/>
          <ac:spMkLst>
            <pc:docMk/>
            <pc:sldMk cId="1188462765" sldId="2147483595"/>
            <ac:spMk id="17" creationId="{04F960CC-1E33-498F-A441-5623FB57318B}"/>
          </ac:spMkLst>
        </pc:spChg>
        <pc:spChg chg="add mod">
          <ac:chgData name="Thiago Nunes Marques" userId="dce263a7-ad90-4d73-8fe4-82134c2baa66" providerId="ADAL" clId="{3CD70271-57F3-4E4E-BB86-D11C6874D2FE}" dt="2026-10-20T20:52:40.696" v="776"/>
          <ac:spMkLst>
            <pc:docMk/>
            <pc:sldMk cId="1188462765" sldId="2147483595"/>
            <ac:spMk id="18" creationId="{CF32263C-2E0D-41AF-A9F5-3115C7EB627B}"/>
          </ac:spMkLst>
        </pc:spChg>
        <pc:spChg chg="add mod">
          <ac:chgData name="Thiago Nunes Marques" userId="dce263a7-ad90-4d73-8fe4-82134c2baa66" providerId="ADAL" clId="{3CD70271-57F3-4E4E-BB86-D11C6874D2FE}" dt="2026-10-20T20:52:40.702" v="784"/>
          <ac:spMkLst>
            <pc:docMk/>
            <pc:sldMk cId="1188462765" sldId="2147483595"/>
            <ac:spMk id="19" creationId="{03D32471-DB5D-4F9F-864C-02D225465720}"/>
          </ac:spMkLst>
        </pc:spChg>
        <pc:spChg chg="add mod">
          <ac:chgData name="Thiago Nunes Marques" userId="dce263a7-ad90-4d73-8fe4-82134c2baa66" providerId="ADAL" clId="{3CD70271-57F3-4E4E-BB86-D11C6874D2FE}" dt="2026-10-20T20:52:40.710" v="792"/>
          <ac:spMkLst>
            <pc:docMk/>
            <pc:sldMk cId="1188462765" sldId="2147483595"/>
            <ac:spMk id="20" creationId="{EC732C59-B801-4D83-A116-164F1012C61C}"/>
          </ac:spMkLst>
        </pc:spChg>
        <pc:spChg chg="add mod">
          <ac:chgData name="Thiago Nunes Marques" userId="dce263a7-ad90-4d73-8fe4-82134c2baa66" providerId="ADAL" clId="{3CD70271-57F3-4E4E-BB86-D11C6874D2FE}" dt="2026-10-20T20:52:40.721" v="800"/>
          <ac:spMkLst>
            <pc:docMk/>
            <pc:sldMk cId="1188462765" sldId="2147483595"/>
            <ac:spMk id="21" creationId="{3C44D619-7D10-41B8-BB37-4B5FAE4268E7}"/>
          </ac:spMkLst>
        </pc:spChg>
        <pc:spChg chg="add mod">
          <ac:chgData name="Thiago Nunes Marques" userId="dce263a7-ad90-4d73-8fe4-82134c2baa66" providerId="ADAL" clId="{3CD70271-57F3-4E4E-BB86-D11C6874D2FE}" dt="2026-10-20T20:52:40.725" v="804"/>
          <ac:spMkLst>
            <pc:docMk/>
            <pc:sldMk cId="1188462765" sldId="2147483595"/>
            <ac:spMk id="22" creationId="{3C5C941F-915B-47B7-A73A-CAF2B34DE17B}"/>
          </ac:spMkLst>
        </pc:spChg>
        <pc:spChg chg="add mod">
          <ac:chgData name="Thiago Nunes Marques" userId="dce263a7-ad90-4d73-8fe4-82134c2baa66" providerId="ADAL" clId="{3CD70271-57F3-4E4E-BB86-D11C6874D2FE}" dt="2026-10-20T20:52:40.737" v="812"/>
          <ac:spMkLst>
            <pc:docMk/>
            <pc:sldMk cId="1188462765" sldId="2147483595"/>
            <ac:spMk id="23" creationId="{F7848A4C-F95A-4151-B8F6-243AD0734891}"/>
          </ac:spMkLst>
        </pc:spChg>
        <pc:spChg chg="add mod">
          <ac:chgData name="Thiago Nunes Marques" userId="dce263a7-ad90-4d73-8fe4-82134c2baa66" providerId="ADAL" clId="{3CD70271-57F3-4E4E-BB86-D11C6874D2FE}" dt="2026-10-20T20:52:40.745" v="820"/>
          <ac:spMkLst>
            <pc:docMk/>
            <pc:sldMk cId="1188462765" sldId="2147483595"/>
            <ac:spMk id="24" creationId="{954673E3-3474-4164-B6A2-65C54C93EF3C}"/>
          </ac:spMkLst>
        </pc:spChg>
        <pc:spChg chg="add mod">
          <ac:chgData name="Thiago Nunes Marques" userId="dce263a7-ad90-4d73-8fe4-82134c2baa66" providerId="ADAL" clId="{3CD70271-57F3-4E4E-BB86-D11C6874D2FE}" dt="2026-10-20T20:52:40.757" v="828"/>
          <ac:spMkLst>
            <pc:docMk/>
            <pc:sldMk cId="1188462765" sldId="2147483595"/>
            <ac:spMk id="25" creationId="{B89531BF-BC54-42B9-97DA-3D67D954F5A3}"/>
          </ac:spMkLst>
        </pc:spChg>
      </pc:sldChg>
      <pc:sldChg chg="addSp modSp new mod ord">
        <pc:chgData name="Thiago Nunes Marques" userId="dce263a7-ad90-4d73-8fe4-82134c2baa66" providerId="ADAL" clId="{3CD70271-57F3-4E4E-BB86-D11C6874D2FE}" dt="2026-10-20T20:52:41.013" v="984"/>
        <pc:sldMkLst>
          <pc:docMk/>
          <pc:sldMk cId="461567951" sldId="2147483596"/>
        </pc:sldMkLst>
        <pc:spChg chg="mod">
          <ac:chgData name="Thiago Nunes Marques" userId="dce263a7-ad90-4d73-8fe4-82134c2baa66" providerId="ADAL" clId="{3CD70271-57F3-4E4E-BB86-D11C6874D2FE}" dt="2026-10-20T20:52:40.758" v="829"/>
          <ac:spMkLst>
            <pc:docMk/>
            <pc:sldMk cId="461567951" sldId="2147483596"/>
            <ac:spMk id="2" creationId="{B70888A5-1246-28FB-785D-DC00222BA13C}"/>
          </ac:spMkLst>
        </pc:spChg>
        <pc:spChg chg="add mod">
          <ac:chgData name="Thiago Nunes Marques" userId="dce263a7-ad90-4d73-8fe4-82134c2baa66" providerId="ADAL" clId="{3CD70271-57F3-4E4E-BB86-D11C6874D2FE}" dt="2026-10-20T20:52:40.764" v="833"/>
          <ac:spMkLst>
            <pc:docMk/>
            <pc:sldMk cId="461567951" sldId="2147483596"/>
            <ac:spMk id="3" creationId="{26EAFEDB-411A-4796-A810-2B032E4B6B56}"/>
          </ac:spMkLst>
        </pc:spChg>
        <pc:spChg chg="add mod">
          <ac:chgData name="Thiago Nunes Marques" userId="dce263a7-ad90-4d73-8fe4-82134c2baa66" providerId="ADAL" clId="{3CD70271-57F3-4E4E-BB86-D11C6874D2FE}" dt="2026-10-20T20:52:40.769" v="837"/>
          <ac:spMkLst>
            <pc:docMk/>
            <pc:sldMk cId="461567951" sldId="2147483596"/>
            <ac:spMk id="4" creationId="{6ED3FFC4-725F-49AD-A62D-510A49B41320}"/>
          </ac:spMkLst>
        </pc:spChg>
        <pc:spChg chg="add mod">
          <ac:chgData name="Thiago Nunes Marques" userId="dce263a7-ad90-4d73-8fe4-82134c2baa66" providerId="ADAL" clId="{3CD70271-57F3-4E4E-BB86-D11C6874D2FE}" dt="2026-10-20T20:52:40.781" v="845"/>
          <ac:spMkLst>
            <pc:docMk/>
            <pc:sldMk cId="461567951" sldId="2147483596"/>
            <ac:spMk id="5" creationId="{1362C8ED-8D15-4685-BF81-50C1754C7BC1}"/>
          </ac:spMkLst>
        </pc:spChg>
        <pc:spChg chg="add mod">
          <ac:chgData name="Thiago Nunes Marques" userId="dce263a7-ad90-4d73-8fe4-82134c2baa66" providerId="ADAL" clId="{3CD70271-57F3-4E4E-BB86-D11C6874D2FE}" dt="2026-10-20T20:52:40.790" v="853"/>
          <ac:spMkLst>
            <pc:docMk/>
            <pc:sldMk cId="461567951" sldId="2147483596"/>
            <ac:spMk id="6" creationId="{C1161559-7EBF-402F-9635-FE7CC4F831A2}"/>
          </ac:spMkLst>
        </pc:spChg>
        <pc:spChg chg="add mod">
          <ac:chgData name="Thiago Nunes Marques" userId="dce263a7-ad90-4d73-8fe4-82134c2baa66" providerId="ADAL" clId="{3CD70271-57F3-4E4E-BB86-D11C6874D2FE}" dt="2026-10-20T20:52:40.795" v="857"/>
          <ac:spMkLst>
            <pc:docMk/>
            <pc:sldMk cId="461567951" sldId="2147483596"/>
            <ac:spMk id="7" creationId="{DA83593B-CEEB-40A3-A12F-6746D5B01F25}"/>
          </ac:spMkLst>
        </pc:spChg>
        <pc:spChg chg="add mod">
          <ac:chgData name="Thiago Nunes Marques" userId="dce263a7-ad90-4d73-8fe4-82134c2baa66" providerId="ADAL" clId="{3CD70271-57F3-4E4E-BB86-D11C6874D2FE}" dt="2026-10-20T20:52:40.807" v="865"/>
          <ac:spMkLst>
            <pc:docMk/>
            <pc:sldMk cId="461567951" sldId="2147483596"/>
            <ac:spMk id="8" creationId="{580FF160-32CC-488D-8F38-C01884D3BC01}"/>
          </ac:spMkLst>
        </pc:spChg>
        <pc:spChg chg="add mod">
          <ac:chgData name="Thiago Nunes Marques" userId="dce263a7-ad90-4d73-8fe4-82134c2baa66" providerId="ADAL" clId="{3CD70271-57F3-4E4E-BB86-D11C6874D2FE}" dt="2026-10-20T20:52:40.812" v="869"/>
          <ac:spMkLst>
            <pc:docMk/>
            <pc:sldMk cId="461567951" sldId="2147483596"/>
            <ac:spMk id="9" creationId="{613008F0-00B9-46DF-ADCE-85D2DCC3A99C}"/>
          </ac:spMkLst>
        </pc:spChg>
        <pc:spChg chg="add mod">
          <ac:chgData name="Thiago Nunes Marques" userId="dce263a7-ad90-4d73-8fe4-82134c2baa66" providerId="ADAL" clId="{3CD70271-57F3-4E4E-BB86-D11C6874D2FE}" dt="2026-10-20T20:52:40.819" v="877"/>
          <ac:spMkLst>
            <pc:docMk/>
            <pc:sldMk cId="461567951" sldId="2147483596"/>
            <ac:spMk id="10" creationId="{8C8C6F5E-E9A8-4ACA-B382-840EF1BFD810}"/>
          </ac:spMkLst>
        </pc:spChg>
        <pc:spChg chg="add mod">
          <ac:chgData name="Thiago Nunes Marques" userId="dce263a7-ad90-4d73-8fe4-82134c2baa66" providerId="ADAL" clId="{3CD70271-57F3-4E4E-BB86-D11C6874D2FE}" dt="2026-10-20T20:52:40.822" v="881"/>
          <ac:spMkLst>
            <pc:docMk/>
            <pc:sldMk cId="461567951" sldId="2147483596"/>
            <ac:spMk id="11" creationId="{76147E1A-BDFC-4C0F-A005-0CF9FA72AF03}"/>
          </ac:spMkLst>
        </pc:spChg>
        <pc:spChg chg="add mod">
          <ac:chgData name="Thiago Nunes Marques" userId="dce263a7-ad90-4d73-8fe4-82134c2baa66" providerId="ADAL" clId="{3CD70271-57F3-4E4E-BB86-D11C6874D2FE}" dt="2026-10-20T20:52:40.832" v="889"/>
          <ac:spMkLst>
            <pc:docMk/>
            <pc:sldMk cId="461567951" sldId="2147483596"/>
            <ac:spMk id="12" creationId="{462A0ED0-EAC4-45D0-A9DA-58CF0C28D32F}"/>
          </ac:spMkLst>
        </pc:spChg>
        <pc:spChg chg="add mod">
          <ac:chgData name="Thiago Nunes Marques" userId="dce263a7-ad90-4d73-8fe4-82134c2baa66" providerId="ADAL" clId="{3CD70271-57F3-4E4E-BB86-D11C6874D2FE}" dt="2026-10-20T20:52:40.847" v="897"/>
          <ac:spMkLst>
            <pc:docMk/>
            <pc:sldMk cId="461567951" sldId="2147483596"/>
            <ac:spMk id="13" creationId="{2E25A27E-6276-4D77-9D41-A81CB5DAE779}"/>
          </ac:spMkLst>
        </pc:spChg>
        <pc:spChg chg="add mod">
          <ac:chgData name="Thiago Nunes Marques" userId="dce263a7-ad90-4d73-8fe4-82134c2baa66" providerId="ADAL" clId="{3CD70271-57F3-4E4E-BB86-D11C6874D2FE}" dt="2026-10-20T20:52:40.855" v="901"/>
          <ac:spMkLst>
            <pc:docMk/>
            <pc:sldMk cId="461567951" sldId="2147483596"/>
            <ac:spMk id="14" creationId="{8B44EE54-753D-425E-9431-E64297F1F8C7}"/>
          </ac:spMkLst>
        </pc:spChg>
        <pc:spChg chg="add mod">
          <ac:chgData name="Thiago Nunes Marques" userId="dce263a7-ad90-4d73-8fe4-82134c2baa66" providerId="ADAL" clId="{3CD70271-57F3-4E4E-BB86-D11C6874D2FE}" dt="2026-10-20T20:52:40.866" v="909"/>
          <ac:spMkLst>
            <pc:docMk/>
            <pc:sldMk cId="461567951" sldId="2147483596"/>
            <ac:spMk id="15" creationId="{63D47D2C-0532-4D54-9690-095541E08D59}"/>
          </ac:spMkLst>
        </pc:spChg>
        <pc:spChg chg="add mod">
          <ac:chgData name="Thiago Nunes Marques" userId="dce263a7-ad90-4d73-8fe4-82134c2baa66" providerId="ADAL" clId="{3CD70271-57F3-4E4E-BB86-D11C6874D2FE}" dt="2026-10-20T20:52:40.881" v="917"/>
          <ac:spMkLst>
            <pc:docMk/>
            <pc:sldMk cId="461567951" sldId="2147483596"/>
            <ac:spMk id="16" creationId="{6A366E7E-8F71-4FB8-8D51-5FF4AF2B7C3C}"/>
          </ac:spMkLst>
        </pc:spChg>
        <pc:spChg chg="add mod">
          <ac:chgData name="Thiago Nunes Marques" userId="dce263a7-ad90-4d73-8fe4-82134c2baa66" providerId="ADAL" clId="{3CD70271-57F3-4E4E-BB86-D11C6874D2FE}" dt="2026-10-20T20:52:40.898" v="925"/>
          <ac:spMkLst>
            <pc:docMk/>
            <pc:sldMk cId="461567951" sldId="2147483596"/>
            <ac:spMk id="17" creationId="{7FEE3F3D-8673-4B58-80B1-08B7DEBFC249}"/>
          </ac:spMkLst>
        </pc:spChg>
        <pc:spChg chg="add mod">
          <ac:chgData name="Thiago Nunes Marques" userId="dce263a7-ad90-4d73-8fe4-82134c2baa66" providerId="ADAL" clId="{3CD70271-57F3-4E4E-BB86-D11C6874D2FE}" dt="2026-10-20T20:52:40.903" v="929"/>
          <ac:spMkLst>
            <pc:docMk/>
            <pc:sldMk cId="461567951" sldId="2147483596"/>
            <ac:spMk id="18" creationId="{C676BD1C-4B54-4EB6-BA2F-56DD8235E6AD}"/>
          </ac:spMkLst>
        </pc:spChg>
        <pc:spChg chg="add mod">
          <ac:chgData name="Thiago Nunes Marques" userId="dce263a7-ad90-4d73-8fe4-82134c2baa66" providerId="ADAL" clId="{3CD70271-57F3-4E4E-BB86-D11C6874D2FE}" dt="2026-10-20T20:52:40.914" v="937"/>
          <ac:spMkLst>
            <pc:docMk/>
            <pc:sldMk cId="461567951" sldId="2147483596"/>
            <ac:spMk id="19" creationId="{23B56DC2-A653-4751-B5D6-5DA80AB69863}"/>
          </ac:spMkLst>
        </pc:spChg>
        <pc:spChg chg="add mod">
          <ac:chgData name="Thiago Nunes Marques" userId="dce263a7-ad90-4d73-8fe4-82134c2baa66" providerId="ADAL" clId="{3CD70271-57F3-4E4E-BB86-D11C6874D2FE}" dt="2026-10-20T20:52:40.929" v="945"/>
          <ac:spMkLst>
            <pc:docMk/>
            <pc:sldMk cId="461567951" sldId="2147483596"/>
            <ac:spMk id="20" creationId="{5A590892-8F05-42E5-87A5-E6370C998097}"/>
          </ac:spMkLst>
        </pc:spChg>
        <pc:spChg chg="add mod">
          <ac:chgData name="Thiago Nunes Marques" userId="dce263a7-ad90-4d73-8fe4-82134c2baa66" providerId="ADAL" clId="{3CD70271-57F3-4E4E-BB86-D11C6874D2FE}" dt="2026-10-20T20:52:40.942" v="953"/>
          <ac:spMkLst>
            <pc:docMk/>
            <pc:sldMk cId="461567951" sldId="2147483596"/>
            <ac:spMk id="21" creationId="{79EDDA5E-5E76-484F-AEF3-C959AD7FE393}"/>
          </ac:spMkLst>
        </pc:spChg>
        <pc:spChg chg="add mod">
          <ac:chgData name="Thiago Nunes Marques" userId="dce263a7-ad90-4d73-8fe4-82134c2baa66" providerId="ADAL" clId="{3CD70271-57F3-4E4E-BB86-D11C6874D2FE}" dt="2026-10-20T20:52:40.946" v="957"/>
          <ac:spMkLst>
            <pc:docMk/>
            <pc:sldMk cId="461567951" sldId="2147483596"/>
            <ac:spMk id="22" creationId="{08C92314-DC15-4824-9E97-9E31560415D2}"/>
          </ac:spMkLst>
        </pc:spChg>
        <pc:spChg chg="add mod">
          <ac:chgData name="Thiago Nunes Marques" userId="dce263a7-ad90-4d73-8fe4-82134c2baa66" providerId="ADAL" clId="{3CD70271-57F3-4E4E-BB86-D11C6874D2FE}" dt="2026-10-20T20:52:40.952" v="965"/>
          <ac:spMkLst>
            <pc:docMk/>
            <pc:sldMk cId="461567951" sldId="2147483596"/>
            <ac:spMk id="23" creationId="{B56DEBA4-59A0-4EB2-A913-0377954EF289}"/>
          </ac:spMkLst>
        </pc:spChg>
        <pc:spChg chg="add mod">
          <ac:chgData name="Thiago Nunes Marques" userId="dce263a7-ad90-4d73-8fe4-82134c2baa66" providerId="ADAL" clId="{3CD70271-57F3-4E4E-BB86-D11C6874D2FE}" dt="2026-10-20T20:52:40.961" v="973"/>
          <ac:spMkLst>
            <pc:docMk/>
            <pc:sldMk cId="461567951" sldId="2147483596"/>
            <ac:spMk id="24" creationId="{76640DCD-2DBB-4974-B6AD-EA3BEDD16EC5}"/>
          </ac:spMkLst>
        </pc:spChg>
        <pc:spChg chg="add mod">
          <ac:chgData name="Thiago Nunes Marques" userId="dce263a7-ad90-4d73-8fe4-82134c2baa66" providerId="ADAL" clId="{3CD70271-57F3-4E4E-BB86-D11C6874D2FE}" dt="2026-10-20T20:52:40.970" v="981"/>
          <ac:spMkLst>
            <pc:docMk/>
            <pc:sldMk cId="461567951" sldId="2147483596"/>
            <ac:spMk id="25" creationId="{CC662D5B-D421-4353-BA57-C779C452615D}"/>
          </ac:spMkLst>
        </pc:spChg>
      </pc:sldChg>
      <pc:sldChg chg="modSp new del mod ord">
        <pc:chgData name="Thiago Nunes Marques" userId="dce263a7-ad90-4d73-8fe4-82134c2baa66" providerId="ADAL" clId="{3CD70271-57F3-4E4E-BB86-D11C6874D2FE}" dt="2026-10-20T20:52:58.482" v="991"/>
        <pc:sldMkLst>
          <pc:docMk/>
          <pc:sldMk cId="3684838831" sldId="2147483597"/>
        </pc:sldMkLst>
        <pc:spChg chg="mod">
          <ac:chgData name="Thiago Nunes Marques" userId="dce263a7-ad90-4d73-8fe4-82134c2baa66" providerId="ADAL" clId="{3CD70271-57F3-4E4E-BB86-D11C6874D2FE}" dt="2026-10-20T20:52:45.093" v="987"/>
          <ac:spMkLst>
            <pc:docMk/>
            <pc:sldMk cId="3684838831" sldId="2147483597"/>
            <ac:spMk id="2" creationId="{7C18B770-241B-CB7C-C7BB-3525D0E298B6}"/>
          </ac:spMkLst>
        </pc:spChg>
      </pc:sldChg>
      <pc:sldChg chg="add">
        <pc:chgData name="Thiago Nunes Marques" userId="dce263a7-ad90-4d73-8fe4-82134c2baa66" providerId="ADAL" clId="{3CD70271-57F3-4E4E-BB86-D11C6874D2FE}" dt="2026-10-20T20:52:58.440" v="990"/>
        <pc:sldMkLst>
          <pc:docMk/>
          <pc:sldMk cId="1136053525" sldId="2147483598"/>
        </pc:sldMkLst>
      </pc:sldChg>
      <pc:sldChg chg="addSp modSp new mod ord">
        <pc:chgData name="Thiago Nunes Marques" userId="dce263a7-ad90-4d73-8fe4-82134c2baa66" providerId="ADAL" clId="{3CD70271-57F3-4E4E-BB86-D11C6874D2FE}" dt="2026-10-20T20:53:15.691" v="1262"/>
        <pc:sldMkLst>
          <pc:docMk/>
          <pc:sldMk cId="1693180495" sldId="2147483599"/>
        </pc:sldMkLst>
        <pc:spChg chg="mod">
          <ac:chgData name="Thiago Nunes Marques" userId="dce263a7-ad90-4d73-8fe4-82134c2baa66" providerId="ADAL" clId="{3CD70271-57F3-4E4E-BB86-D11C6874D2FE}" dt="2026-10-20T20:53:14.724" v="994"/>
          <ac:spMkLst>
            <pc:docMk/>
            <pc:sldMk cId="1693180495" sldId="2147483599"/>
            <ac:spMk id="2" creationId="{4FD3E930-7742-842E-5789-39AAFD30DB95}"/>
          </ac:spMkLst>
        </pc:spChg>
        <pc:spChg chg="add mod">
          <ac:chgData name="Thiago Nunes Marques" userId="dce263a7-ad90-4d73-8fe4-82134c2baa66" providerId="ADAL" clId="{3CD70271-57F3-4E4E-BB86-D11C6874D2FE}" dt="2026-10-20T20:53:14.834" v="998"/>
          <ac:spMkLst>
            <pc:docMk/>
            <pc:sldMk cId="1693180495" sldId="2147483599"/>
            <ac:spMk id="3" creationId="{4C7D450A-E36B-4C42-99CD-5D476CC21426}"/>
          </ac:spMkLst>
        </pc:spChg>
        <pc:spChg chg="add mod">
          <ac:chgData name="Thiago Nunes Marques" userId="dce263a7-ad90-4d73-8fe4-82134c2baa66" providerId="ADAL" clId="{3CD70271-57F3-4E4E-BB86-D11C6874D2FE}" dt="2026-10-20T20:53:14.865" v="1010"/>
          <ac:spMkLst>
            <pc:docMk/>
            <pc:sldMk cId="1693180495" sldId="2147483599"/>
            <ac:spMk id="4" creationId="{C16F4095-7C92-46BB-8C10-B0A1524DD85D}"/>
          </ac:spMkLst>
        </pc:spChg>
        <pc:spChg chg="add mod">
          <ac:chgData name="Thiago Nunes Marques" userId="dce263a7-ad90-4d73-8fe4-82134c2baa66" providerId="ADAL" clId="{3CD70271-57F3-4E4E-BB86-D11C6874D2FE}" dt="2026-10-20T20:53:14.889" v="1019"/>
          <ac:spMkLst>
            <pc:docMk/>
            <pc:sldMk cId="1693180495" sldId="2147483599"/>
            <ac:spMk id="5" creationId="{78A90879-7058-4BC7-94EE-48114D1C8607}"/>
          </ac:spMkLst>
        </pc:spChg>
        <pc:spChg chg="add mod">
          <ac:chgData name="Thiago Nunes Marques" userId="dce263a7-ad90-4d73-8fe4-82134c2baa66" providerId="ADAL" clId="{3CD70271-57F3-4E4E-BB86-D11C6874D2FE}" dt="2026-10-20T20:53:14.905" v="1028"/>
          <ac:spMkLst>
            <pc:docMk/>
            <pc:sldMk cId="1693180495" sldId="2147483599"/>
            <ac:spMk id="6" creationId="{E8E5BB17-2F2C-4FB2-A855-91ED66129709}"/>
          </ac:spMkLst>
        </pc:spChg>
        <pc:spChg chg="add mod">
          <ac:chgData name="Thiago Nunes Marques" userId="dce263a7-ad90-4d73-8fe4-82134c2baa66" providerId="ADAL" clId="{3CD70271-57F3-4E4E-BB86-D11C6874D2FE}" dt="2026-10-20T20:53:15.280" v="1168"/>
          <ac:spMkLst>
            <pc:docMk/>
            <pc:sldMk cId="1693180495" sldId="2147483599"/>
            <ac:spMk id="7" creationId="{A2C3DED6-A9E5-45E0-911E-E75DF8EEA19C}"/>
          </ac:spMkLst>
        </pc:spChg>
        <pc:spChg chg="add mod">
          <ac:chgData name="Thiago Nunes Marques" userId="dce263a7-ad90-4d73-8fe4-82134c2baa66" providerId="ADAL" clId="{3CD70271-57F3-4E4E-BB86-D11C6874D2FE}" dt="2026-10-20T20:53:14.935" v="1041"/>
          <ac:spMkLst>
            <pc:docMk/>
            <pc:sldMk cId="1693180495" sldId="2147483599"/>
            <ac:spMk id="8" creationId="{8463C28E-D843-4928-8B2C-EA824E788114}"/>
          </ac:spMkLst>
        </pc:spChg>
        <pc:spChg chg="add mod">
          <ac:chgData name="Thiago Nunes Marques" userId="dce263a7-ad90-4d73-8fe4-82134c2baa66" providerId="ADAL" clId="{3CD70271-57F3-4E4E-BB86-D11C6874D2FE}" dt="2026-10-20T20:53:14.955" v="1053"/>
          <ac:spMkLst>
            <pc:docMk/>
            <pc:sldMk cId="1693180495" sldId="2147483599"/>
            <ac:spMk id="9" creationId="{493EF9DA-A4CA-419C-8DC6-10C2F57C7748}"/>
          </ac:spMkLst>
        </pc:spChg>
        <pc:spChg chg="add mod">
          <ac:chgData name="Thiago Nunes Marques" userId="dce263a7-ad90-4d73-8fe4-82134c2baa66" providerId="ADAL" clId="{3CD70271-57F3-4E4E-BB86-D11C6874D2FE}" dt="2026-10-20T20:53:14.970" v="1062"/>
          <ac:spMkLst>
            <pc:docMk/>
            <pc:sldMk cId="1693180495" sldId="2147483599"/>
            <ac:spMk id="10" creationId="{F2536B67-27AB-4B54-B8EE-C1849704FFDA}"/>
          </ac:spMkLst>
        </pc:spChg>
        <pc:spChg chg="add mod">
          <ac:chgData name="Thiago Nunes Marques" userId="dce263a7-ad90-4d73-8fe4-82134c2baa66" providerId="ADAL" clId="{3CD70271-57F3-4E4E-BB86-D11C6874D2FE}" dt="2026-10-20T20:53:14.983" v="1071"/>
          <ac:spMkLst>
            <pc:docMk/>
            <pc:sldMk cId="1693180495" sldId="2147483599"/>
            <ac:spMk id="11" creationId="{70058DE9-E96A-4BE1-B4DF-0F294FA568E1}"/>
          </ac:spMkLst>
        </pc:spChg>
        <pc:spChg chg="add mod">
          <ac:chgData name="Thiago Nunes Marques" userId="dce263a7-ad90-4d73-8fe4-82134c2baa66" providerId="ADAL" clId="{3CD70271-57F3-4E4E-BB86-D11C6874D2FE}" dt="2026-10-20T20:53:15.285" v="1170"/>
          <ac:spMkLst>
            <pc:docMk/>
            <pc:sldMk cId="1693180495" sldId="2147483599"/>
            <ac:spMk id="12" creationId="{F2D0D666-E884-4E09-AF4B-D319DFEC0D24}"/>
          </ac:spMkLst>
        </pc:spChg>
        <pc:spChg chg="add mod">
          <ac:chgData name="Thiago Nunes Marques" userId="dce263a7-ad90-4d73-8fe4-82134c2baa66" providerId="ADAL" clId="{3CD70271-57F3-4E4E-BB86-D11C6874D2FE}" dt="2026-10-20T20:53:15.002" v="1084"/>
          <ac:spMkLst>
            <pc:docMk/>
            <pc:sldMk cId="1693180495" sldId="2147483599"/>
            <ac:spMk id="13" creationId="{21E15683-090B-4F9D-A6F8-F81C7C165E6B}"/>
          </ac:spMkLst>
        </pc:spChg>
        <pc:spChg chg="add mod">
          <ac:chgData name="Thiago Nunes Marques" userId="dce263a7-ad90-4d73-8fe4-82134c2baa66" providerId="ADAL" clId="{3CD70271-57F3-4E4E-BB86-D11C6874D2FE}" dt="2026-10-20T20:53:15.019" v="1096"/>
          <ac:spMkLst>
            <pc:docMk/>
            <pc:sldMk cId="1693180495" sldId="2147483599"/>
            <ac:spMk id="14" creationId="{D57798B6-60ED-4315-87FB-EE19186E4100}"/>
          </ac:spMkLst>
        </pc:spChg>
        <pc:spChg chg="add mod">
          <ac:chgData name="Thiago Nunes Marques" userId="dce263a7-ad90-4d73-8fe4-82134c2baa66" providerId="ADAL" clId="{3CD70271-57F3-4E4E-BB86-D11C6874D2FE}" dt="2026-10-20T20:53:15.033" v="1105"/>
          <ac:spMkLst>
            <pc:docMk/>
            <pc:sldMk cId="1693180495" sldId="2147483599"/>
            <ac:spMk id="15" creationId="{016CBF7B-D103-4232-9AE0-06A46D569E4C}"/>
          </ac:spMkLst>
        </pc:spChg>
        <pc:spChg chg="add mod">
          <ac:chgData name="Thiago Nunes Marques" userId="dce263a7-ad90-4d73-8fe4-82134c2baa66" providerId="ADAL" clId="{3CD70271-57F3-4E4E-BB86-D11C6874D2FE}" dt="2026-10-20T20:53:15.048" v="1114"/>
          <ac:spMkLst>
            <pc:docMk/>
            <pc:sldMk cId="1693180495" sldId="2147483599"/>
            <ac:spMk id="16" creationId="{05E9ECAE-F7A7-4DFB-A35A-24EFAA28D23A}"/>
          </ac:spMkLst>
        </pc:spChg>
        <pc:spChg chg="add mod">
          <ac:chgData name="Thiago Nunes Marques" userId="dce263a7-ad90-4d73-8fe4-82134c2baa66" providerId="ADAL" clId="{3CD70271-57F3-4E4E-BB86-D11C6874D2FE}" dt="2026-10-20T20:53:15.288" v="1172"/>
          <ac:spMkLst>
            <pc:docMk/>
            <pc:sldMk cId="1693180495" sldId="2147483599"/>
            <ac:spMk id="17" creationId="{25F2C469-00D5-4CBE-B664-09F34F46CE6E}"/>
          </ac:spMkLst>
        </pc:spChg>
        <pc:spChg chg="add mod">
          <ac:chgData name="Thiago Nunes Marques" userId="dce263a7-ad90-4d73-8fe4-82134c2baa66" providerId="ADAL" clId="{3CD70271-57F3-4E4E-BB86-D11C6874D2FE}" dt="2026-10-20T20:53:15.083" v="1127"/>
          <ac:spMkLst>
            <pc:docMk/>
            <pc:sldMk cId="1693180495" sldId="2147483599"/>
            <ac:spMk id="18" creationId="{BDA6552D-EF91-404C-8B1C-6058377A83CF}"/>
          </ac:spMkLst>
        </pc:spChg>
        <pc:spChg chg="add mod">
          <ac:chgData name="Thiago Nunes Marques" userId="dce263a7-ad90-4d73-8fe4-82134c2baa66" providerId="ADAL" clId="{3CD70271-57F3-4E4E-BB86-D11C6874D2FE}" dt="2026-10-20T20:53:15.102" v="1139"/>
          <ac:spMkLst>
            <pc:docMk/>
            <pc:sldMk cId="1693180495" sldId="2147483599"/>
            <ac:spMk id="19" creationId="{2E105665-7AAD-4398-813D-217FEDC414EE}"/>
          </ac:spMkLst>
        </pc:spChg>
        <pc:spChg chg="add mod">
          <ac:chgData name="Thiago Nunes Marques" userId="dce263a7-ad90-4d73-8fe4-82134c2baa66" providerId="ADAL" clId="{3CD70271-57F3-4E4E-BB86-D11C6874D2FE}" dt="2026-10-20T20:53:15.117" v="1148"/>
          <ac:spMkLst>
            <pc:docMk/>
            <pc:sldMk cId="1693180495" sldId="2147483599"/>
            <ac:spMk id="20" creationId="{36A59977-1FA9-44F7-ABF8-69D112481D1C}"/>
          </ac:spMkLst>
        </pc:spChg>
        <pc:spChg chg="add mod">
          <ac:chgData name="Thiago Nunes Marques" userId="dce263a7-ad90-4d73-8fe4-82134c2baa66" providerId="ADAL" clId="{3CD70271-57F3-4E4E-BB86-D11C6874D2FE}" dt="2026-10-20T20:53:15.137" v="1157"/>
          <ac:spMkLst>
            <pc:docMk/>
            <pc:sldMk cId="1693180495" sldId="2147483599"/>
            <ac:spMk id="21" creationId="{28168F21-E1E1-48FF-BB53-5AAA68A66144}"/>
          </ac:spMkLst>
        </pc:spChg>
        <pc:spChg chg="add mod">
          <ac:chgData name="Thiago Nunes Marques" userId="dce263a7-ad90-4d73-8fe4-82134c2baa66" providerId="ADAL" clId="{3CD70271-57F3-4E4E-BB86-D11C6874D2FE}" dt="2026-10-20T20:53:15.291" v="1174"/>
          <ac:spMkLst>
            <pc:docMk/>
            <pc:sldMk cId="1693180495" sldId="2147483599"/>
            <ac:spMk id="22" creationId="{6F26A0F5-D4E2-4F86-ABED-9CD97FD267C8}"/>
          </ac:spMkLst>
        </pc:spChg>
      </pc:sldChg>
      <pc:sldChg chg="addSp modSp new mod ord">
        <pc:chgData name="Thiago Nunes Marques" userId="dce263a7-ad90-4d73-8fe4-82134c2baa66" providerId="ADAL" clId="{3CD70271-57F3-4E4E-BB86-D11C6874D2FE}" dt="2026-10-20T20:53:15.768" v="1264"/>
        <pc:sldMkLst>
          <pc:docMk/>
          <pc:sldMk cId="2042540899" sldId="2147483600"/>
        </pc:sldMkLst>
        <pc:spChg chg="mod">
          <ac:chgData name="Thiago Nunes Marques" userId="dce263a7-ad90-4d73-8fe4-82134c2baa66" providerId="ADAL" clId="{3CD70271-57F3-4E4E-BB86-D11C6874D2FE}" dt="2026-10-20T20:53:15.292" v="1175"/>
          <ac:spMkLst>
            <pc:docMk/>
            <pc:sldMk cId="2042540899" sldId="2147483600"/>
            <ac:spMk id="2" creationId="{88BFD094-AD6D-959A-98EE-98E0329F3847}"/>
          </ac:spMkLst>
        </pc:spChg>
        <pc:spChg chg="add mod">
          <ac:chgData name="Thiago Nunes Marques" userId="dce263a7-ad90-4d73-8fe4-82134c2baa66" providerId="ADAL" clId="{3CD70271-57F3-4E4E-BB86-D11C6874D2FE}" dt="2026-10-20T20:53:15.302" v="1180"/>
          <ac:spMkLst>
            <pc:docMk/>
            <pc:sldMk cId="2042540899" sldId="2147483600"/>
            <ac:spMk id="3" creationId="{89471AB0-0BF8-4881-A4B5-E6A2B665A31C}"/>
          </ac:spMkLst>
        </pc:spChg>
        <pc:spChg chg="add mod">
          <ac:chgData name="Thiago Nunes Marques" userId="dce263a7-ad90-4d73-8fe4-82134c2baa66" providerId="ADAL" clId="{3CD70271-57F3-4E4E-BB86-D11C6874D2FE}" dt="2026-10-20T20:53:15.323" v="1189"/>
          <ac:spMkLst>
            <pc:docMk/>
            <pc:sldMk cId="2042540899" sldId="2147483600"/>
            <ac:spMk id="4" creationId="{CE932577-883D-488C-B9FB-F4F8AB624FB3}"/>
          </ac:spMkLst>
        </pc:spChg>
        <pc:spChg chg="add mod">
          <ac:chgData name="Thiago Nunes Marques" userId="dce263a7-ad90-4d73-8fe4-82134c2baa66" providerId="ADAL" clId="{3CD70271-57F3-4E4E-BB86-D11C6874D2FE}" dt="2026-10-20T20:53:15.331" v="1193"/>
          <ac:spMkLst>
            <pc:docMk/>
            <pc:sldMk cId="2042540899" sldId="2147483600"/>
            <ac:spMk id="5" creationId="{05AA7DCC-4EC7-4163-9A85-52D21FD769B6}"/>
          </ac:spMkLst>
        </pc:spChg>
        <pc:spChg chg="add mod">
          <ac:chgData name="Thiago Nunes Marques" userId="dce263a7-ad90-4d73-8fe4-82134c2baa66" providerId="ADAL" clId="{3CD70271-57F3-4E4E-BB86-D11C6874D2FE}" dt="2026-10-20T20:53:15.339" v="1198"/>
          <ac:spMkLst>
            <pc:docMk/>
            <pc:sldMk cId="2042540899" sldId="2147483600"/>
            <ac:spMk id="6" creationId="{6CD5C160-6886-438A-A145-A7F5D0CF0DD2}"/>
          </ac:spMkLst>
        </pc:spChg>
        <pc:spChg chg="add mod">
          <ac:chgData name="Thiago Nunes Marques" userId="dce263a7-ad90-4d73-8fe4-82134c2baa66" providerId="ADAL" clId="{3CD70271-57F3-4E4E-BB86-D11C6874D2FE}" dt="2026-10-20T20:53:15.362" v="1207"/>
          <ac:spMkLst>
            <pc:docMk/>
            <pc:sldMk cId="2042540899" sldId="2147483600"/>
            <ac:spMk id="7" creationId="{62CC191F-4A8F-4A93-A3FC-468D73819232}"/>
          </ac:spMkLst>
        </pc:spChg>
        <pc:spChg chg="add mod">
          <ac:chgData name="Thiago Nunes Marques" userId="dce263a7-ad90-4d73-8fe4-82134c2baa66" providerId="ADAL" clId="{3CD70271-57F3-4E4E-BB86-D11C6874D2FE}" dt="2026-10-20T20:53:15.369" v="1211"/>
          <ac:spMkLst>
            <pc:docMk/>
            <pc:sldMk cId="2042540899" sldId="2147483600"/>
            <ac:spMk id="8" creationId="{713EC966-8D23-4B52-9BD1-2EB41ED97CBA}"/>
          </ac:spMkLst>
        </pc:spChg>
        <pc:spChg chg="add mod">
          <ac:chgData name="Thiago Nunes Marques" userId="dce263a7-ad90-4d73-8fe4-82134c2baa66" providerId="ADAL" clId="{3CD70271-57F3-4E4E-BB86-D11C6874D2FE}" dt="2026-10-20T20:53:15.377" v="1216"/>
          <ac:spMkLst>
            <pc:docMk/>
            <pc:sldMk cId="2042540899" sldId="2147483600"/>
            <ac:spMk id="9" creationId="{41B64445-A923-485B-A3A6-6712DE2BD4CA}"/>
          </ac:spMkLst>
        </pc:spChg>
        <pc:spChg chg="add mod">
          <ac:chgData name="Thiago Nunes Marques" userId="dce263a7-ad90-4d73-8fe4-82134c2baa66" providerId="ADAL" clId="{3CD70271-57F3-4E4E-BB86-D11C6874D2FE}" dt="2026-10-20T20:53:15.393" v="1225"/>
          <ac:spMkLst>
            <pc:docMk/>
            <pc:sldMk cId="2042540899" sldId="2147483600"/>
            <ac:spMk id="10" creationId="{4C770C6C-11B9-4050-B64C-8D1815F7DD0B}"/>
          </ac:spMkLst>
        </pc:spChg>
        <pc:spChg chg="add mod">
          <ac:chgData name="Thiago Nunes Marques" userId="dce263a7-ad90-4d73-8fe4-82134c2baa66" providerId="ADAL" clId="{3CD70271-57F3-4E4E-BB86-D11C6874D2FE}" dt="2026-10-20T20:53:15.399" v="1229"/>
          <ac:spMkLst>
            <pc:docMk/>
            <pc:sldMk cId="2042540899" sldId="2147483600"/>
            <ac:spMk id="11" creationId="{F00D14E6-AB4D-4BBD-A369-1B3F31154D34}"/>
          </ac:spMkLst>
        </pc:spChg>
        <pc:spChg chg="add mod">
          <ac:chgData name="Thiago Nunes Marques" userId="dce263a7-ad90-4d73-8fe4-82134c2baa66" providerId="ADAL" clId="{3CD70271-57F3-4E4E-BB86-D11C6874D2FE}" dt="2026-10-20T20:53:15.409" v="1234"/>
          <ac:spMkLst>
            <pc:docMk/>
            <pc:sldMk cId="2042540899" sldId="2147483600"/>
            <ac:spMk id="12" creationId="{3E8776FC-26A5-41B5-BFC6-37B811013BC9}"/>
          </ac:spMkLst>
        </pc:spChg>
        <pc:spChg chg="add mod">
          <ac:chgData name="Thiago Nunes Marques" userId="dce263a7-ad90-4d73-8fe4-82134c2baa66" providerId="ADAL" clId="{3CD70271-57F3-4E4E-BB86-D11C6874D2FE}" dt="2026-10-20T20:53:15.432" v="1243"/>
          <ac:spMkLst>
            <pc:docMk/>
            <pc:sldMk cId="2042540899" sldId="2147483600"/>
            <ac:spMk id="13" creationId="{FECE9FFD-7960-4ED5-B354-8D3338993D63}"/>
          </ac:spMkLst>
        </pc:spChg>
        <pc:spChg chg="add mod">
          <ac:chgData name="Thiago Nunes Marques" userId="dce263a7-ad90-4d73-8fe4-82134c2baa66" providerId="ADAL" clId="{3CD70271-57F3-4E4E-BB86-D11C6874D2FE}" dt="2026-10-20T20:53:15.440" v="1247"/>
          <ac:spMkLst>
            <pc:docMk/>
            <pc:sldMk cId="2042540899" sldId="2147483600"/>
            <ac:spMk id="14" creationId="{1B8D22A3-0631-4958-B51A-FC0E97B429D2}"/>
          </ac:spMkLst>
        </pc:spChg>
        <pc:spChg chg="add mod">
          <ac:chgData name="Thiago Nunes Marques" userId="dce263a7-ad90-4d73-8fe4-82134c2baa66" providerId="ADAL" clId="{3CD70271-57F3-4E4E-BB86-D11C6874D2FE}" dt="2026-10-20T20:53:15.448" v="1252"/>
          <ac:spMkLst>
            <pc:docMk/>
            <pc:sldMk cId="2042540899" sldId="2147483600"/>
            <ac:spMk id="15" creationId="{4F2C524E-96A6-4ECF-BF4D-B4FA713B7E34}"/>
          </ac:spMkLst>
        </pc:spChg>
        <pc:spChg chg="add mod">
          <ac:chgData name="Thiago Nunes Marques" userId="dce263a7-ad90-4d73-8fe4-82134c2baa66" providerId="ADAL" clId="{3CD70271-57F3-4E4E-BB86-D11C6874D2FE}" dt="2026-10-20T20:53:15.500" v="1261"/>
          <ac:spMkLst>
            <pc:docMk/>
            <pc:sldMk cId="2042540899" sldId="2147483600"/>
            <ac:spMk id="16" creationId="{3A314609-023F-404A-9D21-A5037B8CE0D7}"/>
          </ac:spMkLst>
        </pc:spChg>
      </pc:sldChg>
      <pc:sldMasterChg chg="add addSldLayout modSldLayout">
        <pc:chgData name="Thiago Nunes Marques" userId="dce263a7-ad90-4d73-8fe4-82134c2baa66" providerId="ADAL" clId="{3CD70271-57F3-4E4E-BB86-D11C6874D2FE}" dt="2026-10-20T20:39:37.672" v="0"/>
        <pc:sldMasterMkLst>
          <pc:docMk/>
          <pc:sldMasterMk cId="0" sldId="2147483792"/>
        </pc:sldMasterMkLst>
        <pc:sldLayoutChg chg="add mod">
          <pc:chgData name="Thiago Nunes Marques" userId="dce263a7-ad90-4d73-8fe4-82134c2baa66" providerId="ADAL" clId="{3CD70271-57F3-4E4E-BB86-D11C6874D2FE}" dt="2026-10-20T20:39:37.672" v="0"/>
          <pc:sldLayoutMkLst>
            <pc:docMk/>
            <pc:sldMasterMk cId="0" sldId="2147483792"/>
            <pc:sldLayoutMk cId="0" sldId="2147483842"/>
          </pc:sldLayoutMkLst>
        </pc:sldLayoutChg>
        <pc:sldLayoutChg chg="add mod">
          <pc:chgData name="Thiago Nunes Marques" userId="dce263a7-ad90-4d73-8fe4-82134c2baa66" providerId="ADAL" clId="{3CD70271-57F3-4E4E-BB86-D11C6874D2FE}" dt="2026-10-20T20:39:37.672" v="0"/>
          <pc:sldLayoutMkLst>
            <pc:docMk/>
            <pc:sldMasterMk cId="0" sldId="2147483792"/>
            <pc:sldLayoutMk cId="0" sldId="2147483843"/>
          </pc:sldLayoutMkLst>
        </pc:sldLayoutChg>
        <pc:sldLayoutChg chg="add mod">
          <pc:chgData name="Thiago Nunes Marques" userId="dce263a7-ad90-4d73-8fe4-82134c2baa66" providerId="ADAL" clId="{3CD70271-57F3-4E4E-BB86-D11C6874D2FE}" dt="2026-10-20T20:39:37.672" v="0"/>
          <pc:sldLayoutMkLst>
            <pc:docMk/>
            <pc:sldMasterMk cId="0" sldId="2147483792"/>
            <pc:sldLayoutMk cId="0" sldId="2147483844"/>
          </pc:sldLayoutMkLst>
        </pc:sldLayoutChg>
        <pc:sldLayoutChg chg="add mod">
          <pc:chgData name="Thiago Nunes Marques" userId="dce263a7-ad90-4d73-8fe4-82134c2baa66" providerId="ADAL" clId="{3CD70271-57F3-4E4E-BB86-D11C6874D2FE}" dt="2026-10-20T20:39:37.672" v="0"/>
          <pc:sldLayoutMkLst>
            <pc:docMk/>
            <pc:sldMasterMk cId="0" sldId="2147483792"/>
            <pc:sldLayoutMk cId="0" sldId="2147483845"/>
          </pc:sldLayoutMkLst>
        </pc:sldLayoutChg>
      </pc:sldMasterChg>
      <pc:sldMasterChg chg="del replId delSldLayout modSldLayout">
        <pc:chgData name="Thiago Nunes Marques" userId="dce263a7-ad90-4d73-8fe4-82134c2baa66" providerId="ADAL" clId="{3CD70271-57F3-4E4E-BB86-D11C6874D2FE}" dt="2026-10-20T20:53:17.993" v="1265"/>
        <pc:sldMasterMkLst>
          <pc:docMk/>
          <pc:sldMasterMk cId="1373643741" sldId="2147483847"/>
        </pc:sldMasterMkLst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286816779" sldId="2147483721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139778058" sldId="2147483722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20610665" sldId="2147483723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3934005334" sldId="2147483732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849860798" sldId="2147483737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898410395" sldId="2147483739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099581988" sldId="2147483740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813867842" sldId="2147483741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333108694" sldId="2147483742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3591358847" sldId="2147483743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204482559" sldId="2147483744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124535195" sldId="2147483745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953946941" sldId="2147483746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3960236317" sldId="2147483747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3177287686" sldId="2147483748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135712692" sldId="2147483749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4246727253" sldId="2147483750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557563814" sldId="2147483751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845079690" sldId="2147483793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3314870587" sldId="2147483794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082266506" sldId="2147483795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4204782547" sldId="2147483796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4178783965" sldId="2147483797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845579273" sldId="2147483798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3026574099" sldId="2147483799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35081097" sldId="2147483800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026954715" sldId="2147483801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503350492" sldId="2147483802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064585424" sldId="2147483803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3594699878" sldId="2147483804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860788858" sldId="2147483805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4290131970" sldId="2147483806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145478719" sldId="2147483807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641355855" sldId="2147483808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567001699" sldId="2147483809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633584631" sldId="2147483810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504218184" sldId="2147483811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690510249" sldId="2147483812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079178707" sldId="2147483813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4064614008" sldId="2147483814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96290113" sldId="2147483815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467024258" sldId="2147483816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809553432" sldId="2147483817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537686277" sldId="2147483818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3476979649" sldId="2147483819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992485331" sldId="2147483820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547807603" sldId="2147483821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2360959198" sldId="2147483823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3330699624" sldId="2147483828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4276239370" sldId="2147483839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1511479117" sldId="2147483840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5.747" v="1263"/>
          <pc:sldLayoutMkLst>
            <pc:docMk/>
            <pc:sldMasterMk cId="1373643741" sldId="2147483847"/>
            <pc:sldLayoutMk cId="3398281277" sldId="2147483841"/>
          </pc:sldLayoutMkLst>
        </pc:sldLayoutChg>
        <pc:sldLayoutChg chg="del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707413817" sldId="2147483846"/>
          </pc:sldLayoutMkLst>
        </pc:sldLayoutChg>
        <pc:sldLayoutChg chg="del replId">
          <pc:chgData name="Thiago Nunes Marques" userId="dce263a7-ad90-4d73-8fe4-82134c2baa66" providerId="ADAL" clId="{3CD70271-57F3-4E4E-BB86-D11C6874D2FE}" dt="2026-10-20T20:53:17.993" v="1265"/>
          <pc:sldLayoutMkLst>
            <pc:docMk/>
            <pc:sldMasterMk cId="1373643741" sldId="2147483847"/>
            <pc:sldLayoutMk cId="57245370" sldId="214748384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AB3CE755-960B-D4CE-B08B-7ECC868D35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4847F2-2A2D-AF76-416B-C1AAEB897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406DAB2-0FC3-43C7-914D-3104E5981E09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D9D867-7CA6-FB18-FFB0-9D7043282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B8FC81-4C88-1501-8734-F2F9579C3D5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C125263-6D87-42D1-B7AF-0B58522CFD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366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F5D03E3-D66C-4B19-A04F-D652BE3D20B8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CC21184-9350-4909-9B56-C0149CDE53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9751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Faixa"/>
          <p:cNvSpPr/>
          <p:nvPr userDrawn="1"/>
        </p:nvSpPr>
        <p:spPr>
          <a:xfrm>
            <a:off x="9017000" y="-1016000"/>
            <a:ext cx="3810000" cy="3810000"/>
          </a:xfrm>
          <a:prstGeom prst="blockArc">
            <a:avLst>
              <a:gd name="adj1" fmla="val 3600000"/>
              <a:gd name="adj2" fmla="val 11100000"/>
              <a:gd name="adj3" fmla="val 8667"/>
            </a:avLst>
          </a:prstGeom>
          <a:solidFill>
            <a:schemeClr val="accent4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0" name="Faixa"/>
          <p:cNvSpPr/>
          <p:nvPr userDrawn="1"/>
        </p:nvSpPr>
        <p:spPr>
          <a:xfrm>
            <a:off x="7683500" y="-2349500"/>
            <a:ext cx="6477000" cy="6477000"/>
          </a:xfrm>
          <a:prstGeom prst="blockArc">
            <a:avLst>
              <a:gd name="adj1" fmla="val 6000000"/>
              <a:gd name="adj2" fmla="val 12300000"/>
              <a:gd name="adj3" fmla="val 5882"/>
            </a:avLst>
          </a:prstGeom>
          <a:solidFill>
            <a:schemeClr val="accent4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1" name="Faixa"/>
          <p:cNvSpPr/>
          <p:nvPr userDrawn="1"/>
        </p:nvSpPr>
        <p:spPr>
          <a:xfrm>
            <a:off x="6731000" y="-3302000"/>
            <a:ext cx="8382000" cy="8382000"/>
          </a:xfrm>
          <a:prstGeom prst="blockArc">
            <a:avLst>
              <a:gd name="adj1" fmla="val 4200000"/>
              <a:gd name="adj2" fmla="val 8400000"/>
              <a:gd name="adj3" fmla="val 4242"/>
            </a:avLst>
          </a:prstGeom>
          <a:solidFill>
            <a:schemeClr val="accent4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2" name="Arco"/>
          <p:cNvSpPr/>
          <p:nvPr userDrawn="1"/>
        </p:nvSpPr>
        <p:spPr>
          <a:xfrm>
            <a:off x="10160000" y="127000"/>
            <a:ext cx="1524000" cy="1524000"/>
          </a:xfrm>
          <a:prstGeom prst="arc">
            <a:avLst>
              <a:gd name="adj1" fmla="val 1800000"/>
              <a:gd name="adj2" fmla="val 9600000"/>
            </a:avLst>
          </a:prstGeom>
          <a:noFill/>
          <a:ln w="22225" cap="rnd">
            <a:solidFill>
              <a:schemeClr val="accent3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3" name="Ponto"/>
          <p:cNvSpPr/>
          <p:nvPr userDrawn="1"/>
        </p:nvSpPr>
        <p:spPr>
          <a:xfrm>
            <a:off x="10155154" y="1098819"/>
            <a:ext cx="101600" cy="101600"/>
          </a:xfrm>
          <a:prstGeom prst="ellipse">
            <a:avLst/>
          </a:prstGeom>
          <a:solidFill>
            <a:schemeClr val="accent3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4" name="Arco"/>
          <p:cNvSpPr/>
          <p:nvPr userDrawn="1"/>
        </p:nvSpPr>
        <p:spPr>
          <a:xfrm>
            <a:off x="9715500" y="-317500"/>
            <a:ext cx="2413000" cy="2413000"/>
          </a:xfrm>
          <a:prstGeom prst="arc">
            <a:avLst>
              <a:gd name="adj1" fmla="val 3600000"/>
              <a:gd name="adj2" fmla="val 12000000"/>
            </a:avLst>
          </a:prstGeom>
          <a:noFill/>
          <a:ln w="22225" cap="rnd">
            <a:solidFill>
              <a:schemeClr val="accent3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5" name="Ponto"/>
          <p:cNvSpPr/>
          <p:nvPr userDrawn="1"/>
        </p:nvSpPr>
        <p:spPr>
          <a:xfrm>
            <a:off x="11474450" y="1883060"/>
            <a:ext cx="101600" cy="101600"/>
          </a:xfrm>
          <a:prstGeom prst="ellipse">
            <a:avLst/>
          </a:prstGeom>
          <a:solidFill>
            <a:schemeClr val="accent3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6" name="Arco"/>
          <p:cNvSpPr/>
          <p:nvPr userDrawn="1"/>
        </p:nvSpPr>
        <p:spPr>
          <a:xfrm>
            <a:off x="9271000" y="-762000"/>
            <a:ext cx="3302000" cy="3302000"/>
          </a:xfrm>
          <a:prstGeom prst="arc">
            <a:avLst>
              <a:gd name="adj1" fmla="val 1200000"/>
              <a:gd name="adj2" fmla="val 7200000"/>
            </a:avLst>
          </a:prstGeom>
          <a:noFill/>
          <a:ln w="22225" cap="rnd">
            <a:solidFill>
              <a:schemeClr val="accent3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7" name="Ponto"/>
          <p:cNvSpPr/>
          <p:nvPr userDrawn="1"/>
        </p:nvSpPr>
        <p:spPr>
          <a:xfrm>
            <a:off x="10045700" y="2268008"/>
            <a:ext cx="101600" cy="101600"/>
          </a:xfrm>
          <a:prstGeom prst="ellipse">
            <a:avLst/>
          </a:prstGeom>
          <a:solidFill>
            <a:schemeClr val="accent3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8" name="Arco"/>
          <p:cNvSpPr/>
          <p:nvPr userDrawn="1"/>
        </p:nvSpPr>
        <p:spPr>
          <a:xfrm>
            <a:off x="8826500" y="-1206500"/>
            <a:ext cx="4191000" cy="4191000"/>
          </a:xfrm>
          <a:prstGeom prst="arc">
            <a:avLst>
              <a:gd name="adj1" fmla="val 6000000"/>
              <a:gd name="adj2" fmla="val 12900000"/>
            </a:avLst>
          </a:prstGeom>
          <a:noFill/>
          <a:ln w="22225" cap="rnd">
            <a:solidFill>
              <a:schemeClr val="accent3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9" name="Ponto"/>
          <p:cNvSpPr/>
          <p:nvPr userDrawn="1"/>
        </p:nvSpPr>
        <p:spPr>
          <a:xfrm>
            <a:off x="9154667" y="-363729"/>
            <a:ext cx="101600" cy="101600"/>
          </a:xfrm>
          <a:prstGeom prst="ellipse">
            <a:avLst/>
          </a:prstGeom>
          <a:solidFill>
            <a:schemeClr val="accent3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" name="Arco"/>
          <p:cNvSpPr/>
          <p:nvPr userDrawn="1"/>
        </p:nvSpPr>
        <p:spPr>
          <a:xfrm>
            <a:off x="8382000" y="-1651000"/>
            <a:ext cx="5080000" cy="5080000"/>
          </a:xfrm>
          <a:prstGeom prst="arc">
            <a:avLst>
              <a:gd name="adj1" fmla="val 2400000"/>
              <a:gd name="adj2" fmla="val 9000000"/>
            </a:avLst>
          </a:prstGeom>
          <a:noFill/>
          <a:ln w="22225" cap="rnd">
            <a:solidFill>
              <a:schemeClr val="accent2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1" name="Ponto"/>
          <p:cNvSpPr/>
          <p:nvPr userDrawn="1"/>
        </p:nvSpPr>
        <p:spPr>
          <a:xfrm>
            <a:off x="8671495" y="2108200"/>
            <a:ext cx="101600" cy="101600"/>
          </a:xfrm>
          <a:prstGeom prst="ellipse">
            <a:avLst/>
          </a:prstGeom>
          <a:solidFill>
            <a:schemeClr val="accent2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2" name="Arco"/>
          <p:cNvSpPr/>
          <p:nvPr userDrawn="1"/>
        </p:nvSpPr>
        <p:spPr>
          <a:xfrm>
            <a:off x="7937500" y="-2095500"/>
            <a:ext cx="5969000" cy="5969000"/>
          </a:xfrm>
          <a:prstGeom prst="arc">
            <a:avLst>
              <a:gd name="adj1" fmla="val 5700000"/>
              <a:gd name="adj2" fmla="val 11100000"/>
            </a:avLst>
          </a:prstGeom>
          <a:noFill/>
          <a:ln w="22225" cap="rnd">
            <a:solidFill>
              <a:schemeClr val="accent2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3" name="Ponto"/>
          <p:cNvSpPr/>
          <p:nvPr userDrawn="1"/>
        </p:nvSpPr>
        <p:spPr>
          <a:xfrm>
            <a:off x="7898057" y="578084"/>
            <a:ext cx="101600" cy="101600"/>
          </a:xfrm>
          <a:prstGeom prst="ellipse">
            <a:avLst/>
          </a:prstGeom>
          <a:solidFill>
            <a:schemeClr val="accent2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4" name="Arco"/>
          <p:cNvSpPr/>
          <p:nvPr userDrawn="1"/>
        </p:nvSpPr>
        <p:spPr>
          <a:xfrm>
            <a:off x="7493000" y="-2540000"/>
            <a:ext cx="6858000" cy="6858000"/>
          </a:xfrm>
          <a:prstGeom prst="arc">
            <a:avLst>
              <a:gd name="adj1" fmla="val 3600000"/>
              <a:gd name="adj2" fmla="val 9600000"/>
            </a:avLst>
          </a:prstGeom>
          <a:noFill/>
          <a:ln w="22225" cap="rnd">
            <a:solidFill>
              <a:schemeClr val="accent2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5" name="Ponto"/>
          <p:cNvSpPr/>
          <p:nvPr userDrawn="1"/>
        </p:nvSpPr>
        <p:spPr>
          <a:xfrm>
            <a:off x="12585700" y="3807801"/>
            <a:ext cx="101600" cy="101600"/>
          </a:xfrm>
          <a:prstGeom prst="ellipse">
            <a:avLst/>
          </a:prstGeom>
          <a:solidFill>
            <a:schemeClr val="accent2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6" name="Arco"/>
          <p:cNvSpPr/>
          <p:nvPr userDrawn="1"/>
        </p:nvSpPr>
        <p:spPr>
          <a:xfrm>
            <a:off x="7048500" y="-2984500"/>
            <a:ext cx="7747000" cy="7747000"/>
          </a:xfrm>
          <a:prstGeom prst="arc">
            <a:avLst>
              <a:gd name="adj1" fmla="val 6000000"/>
              <a:gd name="adj2" fmla="val 11100000"/>
            </a:avLst>
          </a:prstGeom>
          <a:noFill/>
          <a:ln w="22225" cap="rnd">
            <a:solidFill>
              <a:schemeClr val="accent2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7" name="Ponto"/>
          <p:cNvSpPr/>
          <p:nvPr userDrawn="1"/>
        </p:nvSpPr>
        <p:spPr>
          <a:xfrm>
            <a:off x="7012440" y="500602"/>
            <a:ext cx="101600" cy="101600"/>
          </a:xfrm>
          <a:prstGeom prst="ellipse">
            <a:avLst/>
          </a:prstGeom>
          <a:solidFill>
            <a:schemeClr val="accent2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8" name="Arco"/>
          <p:cNvSpPr/>
          <p:nvPr userDrawn="1"/>
        </p:nvSpPr>
        <p:spPr>
          <a:xfrm>
            <a:off x="6604000" y="-3429000"/>
            <a:ext cx="8636000" cy="8636000"/>
          </a:xfrm>
          <a:prstGeom prst="arc">
            <a:avLst>
              <a:gd name="adj1" fmla="val 5100000"/>
              <a:gd name="adj2" fmla="val 8400000"/>
            </a:avLst>
          </a:prstGeom>
          <a:noFill/>
          <a:ln w="22225" cap="rnd">
            <a:solidFill>
              <a:schemeClr val="accent2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9" name="Ponto"/>
          <p:cNvSpPr/>
          <p:nvPr userDrawn="1"/>
        </p:nvSpPr>
        <p:spPr>
          <a:xfrm>
            <a:off x="7563420" y="3613757"/>
            <a:ext cx="101600" cy="101600"/>
          </a:xfrm>
          <a:prstGeom prst="ellipse">
            <a:avLst/>
          </a:prstGeom>
          <a:solidFill>
            <a:schemeClr val="accent2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0" name="Arco"/>
          <p:cNvSpPr/>
          <p:nvPr userDrawn="1"/>
        </p:nvSpPr>
        <p:spPr>
          <a:xfrm>
            <a:off x="6159500" y="-3873500"/>
            <a:ext cx="9525000" cy="9525000"/>
          </a:xfrm>
          <a:prstGeom prst="arc">
            <a:avLst>
              <a:gd name="adj1" fmla="val 6600000"/>
              <a:gd name="adj2" fmla="val 10500000"/>
            </a:avLst>
          </a:prstGeom>
          <a:noFill/>
          <a:ln w="22225" cap="rnd">
            <a:solidFill>
              <a:schemeClr val="accent2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1" name="Ponto"/>
          <p:cNvSpPr/>
          <p:nvPr userDrawn="1"/>
        </p:nvSpPr>
        <p:spPr>
          <a:xfrm>
            <a:off x="6126823" y="1253279"/>
            <a:ext cx="101600" cy="101600"/>
          </a:xfrm>
          <a:prstGeom prst="ellipse">
            <a:avLst/>
          </a:prstGeom>
          <a:solidFill>
            <a:schemeClr val="accent2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cxnSp>
        <p:nvCxnSpPr>
          <p:cNvPr id="132" name="Linha laranja"/>
          <p:cNvCxnSpPr/>
          <p:nvPr userDrawn="1"/>
        </p:nvCxnSpPr>
        <p:spPr>
          <a:xfrm>
            <a:off x="812800" y="2235200"/>
            <a:ext cx="0" cy="358140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133" name="Linha laranja"/>
          <p:cNvCxnSpPr/>
          <p:nvPr userDrawn="1"/>
        </p:nvCxnSpPr>
        <p:spPr>
          <a:xfrm>
            <a:off x="508000" y="5486400"/>
            <a:ext cx="330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1117600" y="2184400"/>
            <a:ext cx="5969000" cy="2159000"/>
          </a:xfrm>
        </p:spPr>
        <p:txBody>
          <a:bodyPr lIns="0" tIns="0" rIns="0" bIns="0" anchor="b">
            <a:normAutofit/>
          </a:bodyPr>
          <a:lstStyle>
            <a:lvl1pPr algn="l">
              <a:defRPr sz="4000" b="1"/>
            </a:lvl1pPr>
          </a:lstStyle>
          <a:p>
            <a:pPr lvl="0"/>
            <a:r>
              <a:rPr lang="pt-BR"/>
              <a:t>Clique para editar o título</a:t>
            </a:r>
          </a:p>
        </p:txBody>
      </p:sp>
      <p:sp>
        <p:nvSpPr>
          <p:cNvPr id="3" name="Subtítulo"/>
          <p:cNvSpPr>
            <a:spLocks noGrp="1"/>
          </p:cNvSpPr>
          <p:nvPr>
            <p:ph type="body" sz="quarter" idx="11"/>
          </p:nvPr>
        </p:nvSpPr>
        <p:spPr>
          <a:xfrm>
            <a:off x="1117600" y="4521200"/>
            <a:ext cx="5969000" cy="812800"/>
          </a:xfrm>
        </p:spPr>
        <p:txBody>
          <a:bodyPr lIns="0" tIns="0" rIns="0" bIns="0" anchor="t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subtítulo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</a:t>
            </a:r>
          </a:p>
        </p:txBody>
      </p:sp>
      <p:sp>
        <p:nvSpPr>
          <p:cNvPr id="3" name="Conteúdo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userDrawn="1">
  <p:cSld name="Divisor de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Faixa"/>
          <p:cNvSpPr/>
          <p:nvPr userDrawn="1"/>
        </p:nvSpPr>
        <p:spPr>
          <a:xfrm>
            <a:off x="9271000" y="3302000"/>
            <a:ext cx="4318000" cy="4318000"/>
          </a:xfrm>
          <a:prstGeom prst="blockArc">
            <a:avLst>
              <a:gd name="adj1" fmla="val 11400000"/>
              <a:gd name="adj2" fmla="val 18300000"/>
              <a:gd name="adj3" fmla="val 8235"/>
            </a:avLst>
          </a:prstGeom>
          <a:solidFill>
            <a:schemeClr val="accent4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5" name="Faixa"/>
          <p:cNvSpPr/>
          <p:nvPr userDrawn="1"/>
        </p:nvSpPr>
        <p:spPr>
          <a:xfrm>
            <a:off x="8102600" y="2133600"/>
            <a:ext cx="6654800" cy="6654800"/>
          </a:xfrm>
          <a:prstGeom prst="blockArc">
            <a:avLst>
              <a:gd name="adj1" fmla="val 12000000"/>
              <a:gd name="adj2" fmla="val 19800000"/>
              <a:gd name="adj3" fmla="val 5725"/>
            </a:avLst>
          </a:prstGeom>
          <a:solidFill>
            <a:schemeClr val="accent4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6" name="Faixa"/>
          <p:cNvSpPr/>
          <p:nvPr userDrawn="1"/>
        </p:nvSpPr>
        <p:spPr>
          <a:xfrm>
            <a:off x="7175500" y="1206500"/>
            <a:ext cx="8509000" cy="8509000"/>
          </a:xfrm>
          <a:prstGeom prst="blockArc">
            <a:avLst>
              <a:gd name="adj1" fmla="val 12900000"/>
              <a:gd name="adj2" fmla="val 17700000"/>
              <a:gd name="adj3" fmla="val 4179"/>
            </a:avLst>
          </a:prstGeom>
          <a:solidFill>
            <a:schemeClr val="accent4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7" name="Arco"/>
          <p:cNvSpPr/>
          <p:nvPr userDrawn="1"/>
        </p:nvSpPr>
        <p:spPr>
          <a:xfrm>
            <a:off x="10668000" y="4699000"/>
            <a:ext cx="1524000" cy="1524000"/>
          </a:xfrm>
          <a:prstGeom prst="arc">
            <a:avLst>
              <a:gd name="adj1" fmla="val 12000000"/>
              <a:gd name="adj2" fmla="val 20700000"/>
            </a:avLst>
          </a:prstGeom>
          <a:noFill/>
          <a:ln w="22225" cap="rnd">
            <a:solidFill>
              <a:schemeClr val="accent3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8" name="Ponto"/>
          <p:cNvSpPr/>
          <p:nvPr userDrawn="1"/>
        </p:nvSpPr>
        <p:spPr>
          <a:xfrm>
            <a:off x="12115235" y="5212980"/>
            <a:ext cx="101600" cy="101600"/>
          </a:xfrm>
          <a:prstGeom prst="ellipse">
            <a:avLst/>
          </a:prstGeom>
          <a:solidFill>
            <a:schemeClr val="accent3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9" name="Arco"/>
          <p:cNvSpPr/>
          <p:nvPr userDrawn="1"/>
        </p:nvSpPr>
        <p:spPr>
          <a:xfrm>
            <a:off x="10223500" y="4254500"/>
            <a:ext cx="2413000" cy="2413000"/>
          </a:xfrm>
          <a:prstGeom prst="arc">
            <a:avLst>
              <a:gd name="adj1" fmla="val 10800000"/>
              <a:gd name="adj2" fmla="val 18000000"/>
            </a:avLst>
          </a:prstGeom>
          <a:noFill/>
          <a:ln w="22225" cap="rnd">
            <a:solidFill>
              <a:schemeClr val="accent3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0" name="Ponto"/>
          <p:cNvSpPr/>
          <p:nvPr userDrawn="1"/>
        </p:nvSpPr>
        <p:spPr>
          <a:xfrm>
            <a:off x="10172700" y="5410200"/>
            <a:ext cx="101600" cy="101600"/>
          </a:xfrm>
          <a:prstGeom prst="ellipse">
            <a:avLst/>
          </a:prstGeom>
          <a:solidFill>
            <a:schemeClr val="accent3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1" name="Arco"/>
          <p:cNvSpPr/>
          <p:nvPr userDrawn="1"/>
        </p:nvSpPr>
        <p:spPr>
          <a:xfrm>
            <a:off x="9779000" y="3810000"/>
            <a:ext cx="3302000" cy="3302000"/>
          </a:xfrm>
          <a:prstGeom prst="arc">
            <a:avLst>
              <a:gd name="adj1" fmla="val 12300000"/>
              <a:gd name="adj2" fmla="val 20100000"/>
            </a:avLst>
          </a:prstGeom>
          <a:noFill/>
          <a:ln w="22225" cap="rnd">
            <a:solidFill>
              <a:schemeClr val="accent3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2" name="Ponto"/>
          <p:cNvSpPr/>
          <p:nvPr userDrawn="1"/>
        </p:nvSpPr>
        <p:spPr>
          <a:xfrm>
            <a:off x="12875514" y="4712457"/>
            <a:ext cx="101600" cy="101600"/>
          </a:xfrm>
          <a:prstGeom prst="ellipse">
            <a:avLst/>
          </a:prstGeom>
          <a:solidFill>
            <a:schemeClr val="accent3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3" name="Arco"/>
          <p:cNvSpPr/>
          <p:nvPr userDrawn="1"/>
        </p:nvSpPr>
        <p:spPr>
          <a:xfrm>
            <a:off x="9334500" y="3365500"/>
            <a:ext cx="4191000" cy="4191000"/>
          </a:xfrm>
          <a:prstGeom prst="arc">
            <a:avLst>
              <a:gd name="adj1" fmla="val 10200000"/>
              <a:gd name="adj2" fmla="val 17100000"/>
            </a:avLst>
          </a:prstGeom>
          <a:noFill/>
          <a:ln w="22225" cap="rnd">
            <a:solidFill>
              <a:schemeClr val="accent3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4" name="Ponto"/>
          <p:cNvSpPr/>
          <p:nvPr userDrawn="1"/>
        </p:nvSpPr>
        <p:spPr>
          <a:xfrm>
            <a:off x="9315535" y="5774080"/>
            <a:ext cx="101600" cy="101600"/>
          </a:xfrm>
          <a:prstGeom prst="ellipse">
            <a:avLst/>
          </a:prstGeom>
          <a:solidFill>
            <a:schemeClr val="accent3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5" name="Arco"/>
          <p:cNvSpPr/>
          <p:nvPr userDrawn="1"/>
        </p:nvSpPr>
        <p:spPr>
          <a:xfrm>
            <a:off x="8890000" y="2921000"/>
            <a:ext cx="5080000" cy="5080000"/>
          </a:xfrm>
          <a:prstGeom prst="arc">
            <a:avLst>
              <a:gd name="adj1" fmla="val 11400000"/>
              <a:gd name="adj2" fmla="val 18900000"/>
            </a:avLst>
          </a:prstGeom>
          <a:noFill/>
          <a:ln w="22225" cap="rnd">
            <a:solidFill>
              <a:schemeClr val="accent2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6" name="Ponto"/>
          <p:cNvSpPr/>
          <p:nvPr userDrawn="1"/>
        </p:nvSpPr>
        <p:spPr>
          <a:xfrm>
            <a:off x="13175251" y="3614149"/>
            <a:ext cx="101600" cy="101600"/>
          </a:xfrm>
          <a:prstGeom prst="ellipse">
            <a:avLst/>
          </a:prstGeom>
          <a:solidFill>
            <a:schemeClr val="accent2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7" name="Arco"/>
          <p:cNvSpPr/>
          <p:nvPr userDrawn="1"/>
        </p:nvSpPr>
        <p:spPr>
          <a:xfrm>
            <a:off x="8445500" y="2476500"/>
            <a:ext cx="5969000" cy="5969000"/>
          </a:xfrm>
          <a:prstGeom prst="arc">
            <a:avLst>
              <a:gd name="adj1" fmla="val 12000000"/>
              <a:gd name="adj2" fmla="val 18300000"/>
            </a:avLst>
          </a:prstGeom>
          <a:noFill/>
          <a:ln w="22225" cap="rnd">
            <a:solidFill>
              <a:schemeClr val="accent2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8" name="Ponto"/>
          <p:cNvSpPr/>
          <p:nvPr userDrawn="1"/>
        </p:nvSpPr>
        <p:spPr>
          <a:xfrm>
            <a:off x="8574687" y="4389441"/>
            <a:ext cx="101600" cy="101600"/>
          </a:xfrm>
          <a:prstGeom prst="ellipse">
            <a:avLst/>
          </a:prstGeom>
          <a:solidFill>
            <a:schemeClr val="accent2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9" name="Arco"/>
          <p:cNvSpPr/>
          <p:nvPr userDrawn="1"/>
        </p:nvSpPr>
        <p:spPr>
          <a:xfrm>
            <a:off x="8001000" y="2032000"/>
            <a:ext cx="6858000" cy="6858000"/>
          </a:xfrm>
          <a:prstGeom prst="arc">
            <a:avLst>
              <a:gd name="adj1" fmla="val 11100000"/>
              <a:gd name="adj2" fmla="val 17400000"/>
            </a:avLst>
          </a:prstGeom>
          <a:noFill/>
          <a:ln w="22225" cap="rnd">
            <a:solidFill>
              <a:schemeClr val="accent2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0" name="Ponto"/>
          <p:cNvSpPr/>
          <p:nvPr userDrawn="1"/>
        </p:nvSpPr>
        <p:spPr>
          <a:xfrm>
            <a:off x="12551987" y="2187994"/>
            <a:ext cx="101600" cy="101600"/>
          </a:xfrm>
          <a:prstGeom prst="ellipse">
            <a:avLst/>
          </a:prstGeom>
          <a:solidFill>
            <a:schemeClr val="accent2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1" name="Arco"/>
          <p:cNvSpPr/>
          <p:nvPr userDrawn="1"/>
        </p:nvSpPr>
        <p:spPr>
          <a:xfrm>
            <a:off x="7556500" y="1587500"/>
            <a:ext cx="7747000" cy="7747000"/>
          </a:xfrm>
          <a:prstGeom prst="arc">
            <a:avLst>
              <a:gd name="adj1" fmla="val 12000000"/>
              <a:gd name="adj2" fmla="val 17700000"/>
            </a:avLst>
          </a:prstGeom>
          <a:noFill/>
          <a:ln w="22225" cap="rnd">
            <a:solidFill>
              <a:schemeClr val="accent2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2" name="Ponto"/>
          <p:cNvSpPr/>
          <p:nvPr userDrawn="1"/>
        </p:nvSpPr>
        <p:spPr>
          <a:xfrm>
            <a:off x="7739301" y="4085385"/>
            <a:ext cx="101600" cy="101600"/>
          </a:xfrm>
          <a:prstGeom prst="ellipse">
            <a:avLst/>
          </a:prstGeom>
          <a:solidFill>
            <a:schemeClr val="accent2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3" name="Arco"/>
          <p:cNvSpPr/>
          <p:nvPr userDrawn="1"/>
        </p:nvSpPr>
        <p:spPr>
          <a:xfrm>
            <a:off x="7112000" y="1143000"/>
            <a:ext cx="8636000" cy="8636000"/>
          </a:xfrm>
          <a:prstGeom prst="arc">
            <a:avLst>
              <a:gd name="adj1" fmla="val 12300000"/>
              <a:gd name="adj2" fmla="val 18000000"/>
            </a:avLst>
          </a:prstGeom>
          <a:noFill/>
          <a:ln w="22225" cap="rnd">
            <a:solidFill>
              <a:schemeClr val="accent2">
                <a:alpha val="10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4" name="Ponto"/>
          <p:cNvSpPr/>
          <p:nvPr userDrawn="1"/>
        </p:nvSpPr>
        <p:spPr>
          <a:xfrm>
            <a:off x="13538200" y="1670702"/>
            <a:ext cx="101600" cy="101600"/>
          </a:xfrm>
          <a:prstGeom prst="ellipse">
            <a:avLst/>
          </a:prstGeom>
          <a:solidFill>
            <a:schemeClr val="accent2">
              <a:alpha val="10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cxnSp>
        <p:nvCxnSpPr>
          <p:cNvPr id="155" name="Linha laranja"/>
          <p:cNvCxnSpPr/>
          <p:nvPr userDrawn="1"/>
        </p:nvCxnSpPr>
        <p:spPr>
          <a:xfrm>
            <a:off x="812800" y="2489200"/>
            <a:ext cx="0" cy="297180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156" name="Linha laranja"/>
          <p:cNvCxnSpPr/>
          <p:nvPr userDrawn="1"/>
        </p:nvCxnSpPr>
        <p:spPr>
          <a:xfrm>
            <a:off x="508000" y="5130800"/>
            <a:ext cx="3048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1117600" y="2489200"/>
            <a:ext cx="5588000" cy="1574800"/>
          </a:xfrm>
        </p:spPr>
        <p:txBody>
          <a:bodyPr lIns="0" tIns="0" rIns="0" bIns="0" anchor="b">
            <a:normAutofit/>
          </a:bodyPr>
          <a:lstStyle>
            <a:lvl1pPr algn="l">
              <a:defRPr sz="3600" b="1"/>
            </a:lvl1pPr>
          </a:lstStyle>
          <a:p>
            <a:pPr lvl="0"/>
            <a:r>
              <a:rPr lang="pt-BR"/>
              <a:t>Clique para editar o título</a:t>
            </a:r>
          </a:p>
        </p:txBody>
      </p:sp>
      <p:sp>
        <p:nvSpPr>
          <p:cNvPr id="3" name="Subtítulo"/>
          <p:cNvSpPr>
            <a:spLocks noGrp="1"/>
          </p:cNvSpPr>
          <p:nvPr>
            <p:ph type="body" sz="quarter" idx="11"/>
          </p:nvPr>
        </p:nvSpPr>
        <p:spPr>
          <a:xfrm>
            <a:off x="1117600" y="4191000"/>
            <a:ext cx="5588000" cy="812800"/>
          </a:xfrm>
        </p:spPr>
        <p:txBody>
          <a:bodyPr lIns="0" tIns="0" rIns="0" bIns="0" anchor="t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subtítulo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aixa"/>
          <p:cNvSpPr/>
          <p:nvPr userDrawn="1"/>
        </p:nvSpPr>
        <p:spPr>
          <a:xfrm>
            <a:off x="10693400" y="-1498600"/>
            <a:ext cx="2997200" cy="2997200"/>
          </a:xfrm>
          <a:prstGeom prst="blockArc">
            <a:avLst>
              <a:gd name="adj1" fmla="val 5700000"/>
              <a:gd name="adj2" fmla="val 10800000"/>
              <a:gd name="adj3" fmla="val 10169"/>
            </a:avLst>
          </a:prstGeom>
          <a:solidFill>
            <a:schemeClr val="accent4">
              <a:alpha val="6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Arco"/>
          <p:cNvSpPr/>
          <p:nvPr userDrawn="1"/>
        </p:nvSpPr>
        <p:spPr>
          <a:xfrm>
            <a:off x="11404600" y="-787400"/>
            <a:ext cx="1574800" cy="1574800"/>
          </a:xfrm>
          <a:prstGeom prst="arc">
            <a:avLst>
              <a:gd name="adj1" fmla="val 5700000"/>
              <a:gd name="adj2" fmla="val 10500000"/>
            </a:avLst>
          </a:prstGeom>
          <a:noFill/>
          <a:ln w="22225" cap="rnd">
            <a:solidFill>
              <a:schemeClr val="accent3">
                <a:alpha val="7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2" name="Ponto"/>
          <p:cNvSpPr/>
          <p:nvPr userDrawn="1"/>
        </p:nvSpPr>
        <p:spPr>
          <a:xfrm>
            <a:off x="11356796" y="17826"/>
            <a:ext cx="101600" cy="101600"/>
          </a:xfrm>
          <a:prstGeom prst="ellipse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3" name="Arco"/>
          <p:cNvSpPr/>
          <p:nvPr userDrawn="1"/>
        </p:nvSpPr>
        <p:spPr>
          <a:xfrm>
            <a:off x="11023600" y="-1168400"/>
            <a:ext cx="2336800" cy="2336800"/>
          </a:xfrm>
          <a:prstGeom prst="arc">
            <a:avLst>
              <a:gd name="adj1" fmla="val 6000000"/>
              <a:gd name="adj2" fmla="val 10200000"/>
            </a:avLst>
          </a:prstGeom>
          <a:noFill/>
          <a:ln w="22225" cap="rnd">
            <a:solidFill>
              <a:schemeClr val="accent3">
                <a:alpha val="6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4" name="Arco"/>
          <p:cNvSpPr/>
          <p:nvPr userDrawn="1"/>
        </p:nvSpPr>
        <p:spPr>
          <a:xfrm>
            <a:off x="10515600" y="-1676400"/>
            <a:ext cx="3352800" cy="3352800"/>
          </a:xfrm>
          <a:prstGeom prst="arc">
            <a:avLst>
              <a:gd name="adj1" fmla="val 5520000"/>
              <a:gd name="adj2" fmla="val 9000000"/>
            </a:avLst>
          </a:prstGeom>
          <a:noFill/>
          <a:ln w="22225" cap="rnd">
            <a:solidFill>
              <a:schemeClr val="accent2">
                <a:alpha val="6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5" name="Ponto"/>
          <p:cNvSpPr/>
          <p:nvPr userDrawn="1"/>
        </p:nvSpPr>
        <p:spPr>
          <a:xfrm>
            <a:off x="10689395" y="787400"/>
            <a:ext cx="101600" cy="101600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6" name="Arco"/>
          <p:cNvSpPr/>
          <p:nvPr userDrawn="1"/>
        </p:nvSpPr>
        <p:spPr>
          <a:xfrm>
            <a:off x="10160000" y="-2032000"/>
            <a:ext cx="4064000" cy="4064000"/>
          </a:xfrm>
          <a:prstGeom prst="arc">
            <a:avLst>
              <a:gd name="adj1" fmla="val 6600000"/>
              <a:gd name="adj2" fmla="val 10680000"/>
            </a:avLst>
          </a:prstGeom>
          <a:noFill/>
          <a:ln w="22225" cap="rnd">
            <a:solidFill>
              <a:schemeClr val="accent2">
                <a:alpha val="5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7" name="Barra do título"/>
          <p:cNvSpPr/>
          <p:nvPr userDrawn="1"/>
        </p:nvSpPr>
        <p:spPr>
          <a:xfrm>
            <a:off x="431800" y="508000"/>
            <a:ext cx="50800" cy="66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8" name="Rodapé marca"/>
          <p:cNvSpPr txBox="1"/>
          <p:nvPr userDrawn="1"/>
        </p:nvSpPr>
        <p:spPr>
          <a:xfrm>
            <a:off x="635000" y="64516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100" b="1">
                <a:solidFill>
                  <a:schemeClr val="accent1"/>
                </a:solidFill>
              </a:rPr>
              <a:t>AWS</a:t>
            </a:r>
            <a:r>
              <a:rPr lang="en-US" sz="1100">
                <a:solidFill>
                  <a:schemeClr val="tx2"/>
                </a:solidFill>
              </a:rPr>
              <a:t> Community Builders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5000" y="406400"/>
            <a:ext cx="10668000" cy="8128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pt-BR"/>
              <a:t>Clique para editar o título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000" y="1574800"/>
            <a:ext cx="10922000" cy="4622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5" name="Número do slide"/>
          <p:cNvSpPr>
            <a:spLocks noGrp="1"/>
          </p:cNvSpPr>
          <p:nvPr>
            <p:ph type="sldNum" sz="quarter" idx="4"/>
          </p:nvPr>
        </p:nvSpPr>
        <p:spPr>
          <a:xfrm>
            <a:off x="10541000" y="6426200"/>
            <a:ext cx="1016000" cy="2794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800"/>
        </a:spcBef>
        <a:buClr>
          <a:schemeClr val="accent1"/>
        </a:buClr>
        <a:buFont typeface="Arial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5750" algn="l" defTabSz="914400" rtl="0" eaLnBrk="1" latinLnBrk="0" hangingPunct="1">
        <a:lnSpc>
          <a:spcPct val="100000"/>
        </a:lnSpc>
        <a:spcBef>
          <a:spcPts val="8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285750" algn="l" defTabSz="914400" rtl="0" eaLnBrk="1" latinLnBrk="0" hangingPunct="1">
        <a:lnSpc>
          <a:spcPct val="100000"/>
        </a:lnSpc>
        <a:spcBef>
          <a:spcPts val="800"/>
        </a:spcBef>
        <a:buClr>
          <a:schemeClr val="accent1"/>
        </a:buClr>
        <a:buFont typeface="Arial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85750" algn="l" defTabSz="914400" rtl="0" eaLnBrk="1" latinLnBrk="0" hangingPunct="1">
        <a:lnSpc>
          <a:spcPct val="100000"/>
        </a:lnSpc>
        <a:spcBef>
          <a:spcPts val="8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28750" indent="-285750" algn="l" defTabSz="914400" rtl="0" eaLnBrk="1" latinLnBrk="0" hangingPunct="1">
        <a:lnSpc>
          <a:spcPct val="100000"/>
        </a:lnSpc>
        <a:spcBef>
          <a:spcPts val="800"/>
        </a:spcBef>
        <a:buClr>
          <a:schemeClr val="accent1"/>
        </a:buClr>
        <a:buFont typeface="Arial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96B61-D6B0-A217-A03A-985FE16AA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Mentoria AWS Community Builders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14B7FE-3988-F2BE-8611-9B2E2D258F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Preparação e acompanhamento para aplicação</a:t>
            </a:r>
          </a:p>
        </p:txBody>
      </p:sp>
    </p:spTree>
    <p:extLst>
      <p:ext uri="{BB962C8B-B14F-4D97-AF65-F5344CB8AC3E}">
        <p14:creationId xmlns:p14="http://schemas.microsoft.com/office/powerpoint/2010/main" val="1720068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99F30-1F0F-E182-EA10-88E7FAA36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Agenda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D05CE6-7E8B-48A5-B93D-7F3B065D9D8D}"/>
              </a:ext>
            </a:extLst>
          </p:cNvPr>
          <p:cNvSpPr txBox="1"/>
          <p:nvPr/>
        </p:nvSpPr>
        <p:spPr>
          <a:xfrm>
            <a:off x="635000" y="1879600"/>
            <a:ext cx="11430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4400" b="1">
                <a:solidFill>
                  <a:srgbClr val="FF9900"/>
                </a:solidFill>
              </a:rPr>
              <a:t>01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CB5ECB-55F3-4A78-AE57-EF929C8F6E84}"/>
              </a:ext>
            </a:extLst>
          </p:cNvPr>
          <p:cNvSpPr txBox="1"/>
          <p:nvPr/>
        </p:nvSpPr>
        <p:spPr>
          <a:xfrm>
            <a:off x="2032000" y="1879600"/>
            <a:ext cx="93980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2800" b="1">
                <a:solidFill>
                  <a:srgbClr val="F4F6FA"/>
                </a:solidFill>
              </a:rPr>
              <a:t>Cronograma até a Submissão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E673F8D-69B8-40A2-BAFD-A73631E670A0}"/>
              </a:ext>
            </a:extLst>
          </p:cNvPr>
          <p:cNvSpPr txBox="1"/>
          <p:nvPr/>
        </p:nvSpPr>
        <p:spPr>
          <a:xfrm>
            <a:off x="635000" y="3302000"/>
            <a:ext cx="11430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4400" b="1">
                <a:solidFill>
                  <a:srgbClr val="FF9900"/>
                </a:solidFill>
              </a:rPr>
              <a:t>02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E5623D6-AB6F-4FC1-BA8A-CC39B69B5E09}"/>
              </a:ext>
            </a:extLst>
          </p:cNvPr>
          <p:cNvSpPr txBox="1"/>
          <p:nvPr/>
        </p:nvSpPr>
        <p:spPr>
          <a:xfrm>
            <a:off x="2032000" y="3302000"/>
            <a:ext cx="93980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2800" b="1">
                <a:solidFill>
                  <a:srgbClr val="F4F6FA"/>
                </a:solidFill>
              </a:rPr>
              <a:t>Categorias e Serviços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C477F08-A33E-49FB-A327-7EEF1B28B34E}"/>
              </a:ext>
            </a:extLst>
          </p:cNvPr>
          <p:cNvSpPr txBox="1"/>
          <p:nvPr/>
        </p:nvSpPr>
        <p:spPr>
          <a:xfrm>
            <a:off x="635000" y="4724400"/>
            <a:ext cx="11430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4400" b="1">
                <a:solidFill>
                  <a:srgbClr val="FF9900"/>
                </a:solidFill>
              </a:rPr>
              <a:t>03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D45A893-A4FF-4899-A0C3-867FCFC876A9}"/>
              </a:ext>
            </a:extLst>
          </p:cNvPr>
          <p:cNvSpPr txBox="1"/>
          <p:nvPr/>
        </p:nvSpPr>
        <p:spPr>
          <a:xfrm>
            <a:off x="2032000" y="4724400"/>
            <a:ext cx="93980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2800" b="1">
                <a:solidFill>
                  <a:srgbClr val="F4F6FA"/>
                </a:solidFill>
              </a:rPr>
              <a:t>Etapa 02 – Entregas mínimas</a:t>
            </a:r>
          </a:p>
        </p:txBody>
      </p:sp>
      <p:sp>
        <p:nvSpPr>
          <p:cNvPr id="13" name="Divisor">
            <a:extLst>
              <a:ext uri="{FF2B5EF4-FFF2-40B4-BE49-F238E27FC236}">
                <a16:creationId xmlns:a16="http://schemas.microsoft.com/office/drawing/2014/main" id="{8A8606A8-12ED-4485-929C-CFDE3687C7B3}"/>
              </a:ext>
            </a:extLst>
          </p:cNvPr>
          <p:cNvSpPr/>
          <p:nvPr/>
        </p:nvSpPr>
        <p:spPr>
          <a:xfrm>
            <a:off x="635000" y="1701800"/>
            <a:ext cx="109220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Divisor">
            <a:extLst>
              <a:ext uri="{FF2B5EF4-FFF2-40B4-BE49-F238E27FC236}">
                <a16:creationId xmlns:a16="http://schemas.microsoft.com/office/drawing/2014/main" id="{2A643A3E-3D04-49E2-A45A-9D52BB51E031}"/>
              </a:ext>
            </a:extLst>
          </p:cNvPr>
          <p:cNvSpPr/>
          <p:nvPr/>
        </p:nvSpPr>
        <p:spPr>
          <a:xfrm>
            <a:off x="635000" y="3124200"/>
            <a:ext cx="109220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Divisor">
            <a:extLst>
              <a:ext uri="{FF2B5EF4-FFF2-40B4-BE49-F238E27FC236}">
                <a16:creationId xmlns:a16="http://schemas.microsoft.com/office/drawing/2014/main" id="{E965C619-6E9F-4C5C-B6D2-7E0A0BF21B50}"/>
              </a:ext>
            </a:extLst>
          </p:cNvPr>
          <p:cNvSpPr/>
          <p:nvPr/>
        </p:nvSpPr>
        <p:spPr>
          <a:xfrm>
            <a:off x="635000" y="4546600"/>
            <a:ext cx="109220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Divisor">
            <a:extLst>
              <a:ext uri="{FF2B5EF4-FFF2-40B4-BE49-F238E27FC236}">
                <a16:creationId xmlns:a16="http://schemas.microsoft.com/office/drawing/2014/main" id="{8D7E34FE-B0DC-4FAD-A204-FD9D80D62423}"/>
              </a:ext>
            </a:extLst>
          </p:cNvPr>
          <p:cNvSpPr/>
          <p:nvPr/>
        </p:nvSpPr>
        <p:spPr>
          <a:xfrm>
            <a:off x="635000" y="5969000"/>
            <a:ext cx="109220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46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35BEF-910E-79F8-7074-16EC592F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Cronograma até a Submissão</a:t>
            </a:r>
          </a:p>
        </p:txBody>
      </p:sp>
      <p:sp>
        <p:nvSpPr>
          <p:cNvPr id="3" name="Card 01">
            <a:extLst>
              <a:ext uri="{FF2B5EF4-FFF2-40B4-BE49-F238E27FC236}">
                <a16:creationId xmlns:a16="http://schemas.microsoft.com/office/drawing/2014/main" id="{C5BE9811-87C1-4262-A033-BCEBEAC931E2}"/>
              </a:ext>
            </a:extLst>
          </p:cNvPr>
          <p:cNvSpPr/>
          <p:nvPr/>
        </p:nvSpPr>
        <p:spPr>
          <a:xfrm>
            <a:off x="635000" y="1600200"/>
            <a:ext cx="34671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1AFDECC-30C2-4842-9A3C-987DF042CB04}"/>
              </a:ext>
            </a:extLst>
          </p:cNvPr>
          <p:cNvSpPr txBox="1"/>
          <p:nvPr/>
        </p:nvSpPr>
        <p:spPr>
          <a:xfrm>
            <a:off x="914400" y="18542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3200" b="1">
                <a:solidFill>
                  <a:srgbClr val="FF9900"/>
                </a:solidFill>
              </a:rPr>
              <a:t>01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009A19-B7BD-47DA-95D0-8965AC8B71B7}"/>
              </a:ext>
            </a:extLst>
          </p:cNvPr>
          <p:cNvSpPr txBox="1"/>
          <p:nvPr/>
        </p:nvSpPr>
        <p:spPr>
          <a:xfrm>
            <a:off x="914400" y="2489200"/>
            <a:ext cx="29083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000" b="1">
                <a:solidFill>
                  <a:srgbClr val="F4F6FA"/>
                </a:solidFill>
              </a:rPr>
              <a:t>Fundação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5D009F-90F8-4645-A659-C7CCB65CC906}"/>
              </a:ext>
            </a:extLst>
          </p:cNvPr>
          <p:cNvSpPr txBox="1"/>
          <p:nvPr/>
        </p:nvSpPr>
        <p:spPr>
          <a:xfrm>
            <a:off x="914400" y="2921000"/>
            <a:ext cx="29083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>
                <a:solidFill>
                  <a:srgbClr val="A9B4C8"/>
                </a:solidFill>
              </a:rPr>
              <a:t>Categoria, plataforma e metas</a:t>
            </a:r>
          </a:p>
        </p:txBody>
      </p:sp>
      <p:sp>
        <p:nvSpPr>
          <p:cNvPr id="7" name="Card 02">
            <a:extLst>
              <a:ext uri="{FF2B5EF4-FFF2-40B4-BE49-F238E27FC236}">
                <a16:creationId xmlns:a16="http://schemas.microsoft.com/office/drawing/2014/main" id="{320154FC-13CB-4C7D-A4E0-D6A69532140D}"/>
              </a:ext>
            </a:extLst>
          </p:cNvPr>
          <p:cNvSpPr/>
          <p:nvPr/>
        </p:nvSpPr>
        <p:spPr>
          <a:xfrm>
            <a:off x="4362450" y="1600200"/>
            <a:ext cx="34671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DE6F2B7-077E-4748-9609-F80B0097886E}"/>
              </a:ext>
            </a:extLst>
          </p:cNvPr>
          <p:cNvSpPr txBox="1"/>
          <p:nvPr/>
        </p:nvSpPr>
        <p:spPr>
          <a:xfrm>
            <a:off x="4641850" y="18542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3200" b="1">
                <a:solidFill>
                  <a:srgbClr val="FF9900"/>
                </a:solidFill>
              </a:rPr>
              <a:t>02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26BDF8-DB37-4E89-A4FE-71EBAF64488B}"/>
              </a:ext>
            </a:extLst>
          </p:cNvPr>
          <p:cNvSpPr txBox="1"/>
          <p:nvPr/>
        </p:nvSpPr>
        <p:spPr>
          <a:xfrm>
            <a:off x="4641850" y="2489200"/>
            <a:ext cx="29083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000" b="1">
                <a:solidFill>
                  <a:srgbClr val="F4F6FA"/>
                </a:solidFill>
              </a:rPr>
              <a:t>Entregas Mínimas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BFB988D-C38E-4D96-8776-76C0E341ADF7}"/>
              </a:ext>
            </a:extLst>
          </p:cNvPr>
          <p:cNvSpPr txBox="1"/>
          <p:nvPr/>
        </p:nvSpPr>
        <p:spPr>
          <a:xfrm>
            <a:off x="4641850" y="2921000"/>
            <a:ext cx="29083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>
                <a:solidFill>
                  <a:srgbClr val="A9B4C8"/>
                </a:solidFill>
              </a:rPr>
              <a:t>LinkedIn, Dev.to, primeiro post</a:t>
            </a:r>
          </a:p>
        </p:txBody>
      </p:sp>
      <p:sp>
        <p:nvSpPr>
          <p:cNvPr id="11" name="Card 03">
            <a:extLst>
              <a:ext uri="{FF2B5EF4-FFF2-40B4-BE49-F238E27FC236}">
                <a16:creationId xmlns:a16="http://schemas.microsoft.com/office/drawing/2014/main" id="{06EE9FBF-4286-46EC-AFA6-4BC87DAA04C1}"/>
              </a:ext>
            </a:extLst>
          </p:cNvPr>
          <p:cNvSpPr/>
          <p:nvPr/>
        </p:nvSpPr>
        <p:spPr>
          <a:xfrm>
            <a:off x="8089900" y="1600200"/>
            <a:ext cx="34671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42F94EC-8FB2-4AD2-98BF-80C53E8C78DE}"/>
              </a:ext>
            </a:extLst>
          </p:cNvPr>
          <p:cNvSpPr txBox="1"/>
          <p:nvPr/>
        </p:nvSpPr>
        <p:spPr>
          <a:xfrm>
            <a:off x="8369300" y="18542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3200" b="1">
                <a:solidFill>
                  <a:srgbClr val="FF9900"/>
                </a:solidFill>
              </a:rPr>
              <a:t>03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929813E-4B60-4B53-9D06-D8FB18E4A6A6}"/>
              </a:ext>
            </a:extLst>
          </p:cNvPr>
          <p:cNvSpPr txBox="1"/>
          <p:nvPr/>
        </p:nvSpPr>
        <p:spPr>
          <a:xfrm>
            <a:off x="8369300" y="2489200"/>
            <a:ext cx="29083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000" b="1">
                <a:solidFill>
                  <a:srgbClr val="F4F6FA"/>
                </a:solidFill>
              </a:rPr>
              <a:t>Consistência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CAD9B28-1A54-4BE1-A5FB-A79E7CBE6538}"/>
              </a:ext>
            </a:extLst>
          </p:cNvPr>
          <p:cNvSpPr txBox="1"/>
          <p:nvPr/>
        </p:nvSpPr>
        <p:spPr>
          <a:xfrm>
            <a:off x="8369300" y="2921000"/>
            <a:ext cx="29083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>
                <a:solidFill>
                  <a:srgbClr val="A9B4C8"/>
                </a:solidFill>
              </a:rPr>
              <a:t>Frequência e reuso de conteúdo</a:t>
            </a:r>
          </a:p>
        </p:txBody>
      </p:sp>
      <p:sp>
        <p:nvSpPr>
          <p:cNvPr id="15" name="Card 04">
            <a:extLst>
              <a:ext uri="{FF2B5EF4-FFF2-40B4-BE49-F238E27FC236}">
                <a16:creationId xmlns:a16="http://schemas.microsoft.com/office/drawing/2014/main" id="{F366E52C-3C83-4CF7-90F6-ADB16D3E775E}"/>
              </a:ext>
            </a:extLst>
          </p:cNvPr>
          <p:cNvSpPr/>
          <p:nvPr/>
        </p:nvSpPr>
        <p:spPr>
          <a:xfrm>
            <a:off x="635000" y="4013200"/>
            <a:ext cx="34671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A6F7671-F3CD-47CE-8B4F-BFF98D77ACC4}"/>
              </a:ext>
            </a:extLst>
          </p:cNvPr>
          <p:cNvSpPr txBox="1"/>
          <p:nvPr/>
        </p:nvSpPr>
        <p:spPr>
          <a:xfrm>
            <a:off x="914400" y="42672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3200" b="1">
                <a:solidFill>
                  <a:srgbClr val="FF9900"/>
                </a:solidFill>
              </a:rPr>
              <a:t>04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0F6854E-C6E4-43E4-A8C6-CA9697892D5C}"/>
              </a:ext>
            </a:extLst>
          </p:cNvPr>
          <p:cNvSpPr txBox="1"/>
          <p:nvPr/>
        </p:nvSpPr>
        <p:spPr>
          <a:xfrm>
            <a:off x="914400" y="4902200"/>
            <a:ext cx="29083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000" b="1">
                <a:solidFill>
                  <a:srgbClr val="F4F6FA"/>
                </a:solidFill>
              </a:rPr>
              <a:t>Comunidade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DCF98AE-498B-49A3-B4A4-F8C2E00C3EB4}"/>
              </a:ext>
            </a:extLst>
          </p:cNvPr>
          <p:cNvSpPr txBox="1"/>
          <p:nvPr/>
        </p:nvSpPr>
        <p:spPr>
          <a:xfrm>
            <a:off x="914400" y="5334000"/>
            <a:ext cx="29083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fr-FR" sz="1600">
                <a:solidFill>
                  <a:srgbClr val="A9B4C8"/>
                </a:solidFill>
              </a:rPr>
              <a:t>Comentar, User Groups, Re:Post</a:t>
            </a:r>
            <a:endParaRPr lang="pt-BR" sz="1600">
              <a:solidFill>
                <a:srgbClr val="A9B4C8"/>
              </a:solidFill>
            </a:endParaRPr>
          </a:p>
        </p:txBody>
      </p:sp>
      <p:sp>
        <p:nvSpPr>
          <p:cNvPr id="19" name="Card 05">
            <a:extLst>
              <a:ext uri="{FF2B5EF4-FFF2-40B4-BE49-F238E27FC236}">
                <a16:creationId xmlns:a16="http://schemas.microsoft.com/office/drawing/2014/main" id="{1C32116C-B2CC-48CB-AA50-23D57A2CB812}"/>
              </a:ext>
            </a:extLst>
          </p:cNvPr>
          <p:cNvSpPr/>
          <p:nvPr/>
        </p:nvSpPr>
        <p:spPr>
          <a:xfrm>
            <a:off x="4362450" y="4013200"/>
            <a:ext cx="34671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C6340D2-7E0A-4BEB-B0C4-6FF9E0BADA30}"/>
              </a:ext>
            </a:extLst>
          </p:cNvPr>
          <p:cNvSpPr txBox="1"/>
          <p:nvPr/>
        </p:nvSpPr>
        <p:spPr>
          <a:xfrm>
            <a:off x="4641850" y="42672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3200" b="1">
                <a:solidFill>
                  <a:srgbClr val="FF9900"/>
                </a:solidFill>
              </a:rPr>
              <a:t>05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6295DCB-3197-43F7-8FF8-667D6B2E0623}"/>
              </a:ext>
            </a:extLst>
          </p:cNvPr>
          <p:cNvSpPr txBox="1"/>
          <p:nvPr/>
        </p:nvSpPr>
        <p:spPr>
          <a:xfrm>
            <a:off x="4641850" y="4902200"/>
            <a:ext cx="29083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000" b="1">
                <a:solidFill>
                  <a:srgbClr val="F4F6FA"/>
                </a:solidFill>
              </a:rPr>
              <a:t>Marca Pessoal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662CE91-AAB0-40EC-8A06-6EF978999CE8}"/>
              </a:ext>
            </a:extLst>
          </p:cNvPr>
          <p:cNvSpPr txBox="1"/>
          <p:nvPr/>
        </p:nvSpPr>
        <p:spPr>
          <a:xfrm>
            <a:off x="4641850" y="5334000"/>
            <a:ext cx="29083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>
                <a:solidFill>
                  <a:srgbClr val="A9B4C8"/>
                </a:solidFill>
              </a:rPr>
              <a:t>Nicho, posicionamento, linguagem</a:t>
            </a:r>
          </a:p>
        </p:txBody>
      </p:sp>
      <p:sp>
        <p:nvSpPr>
          <p:cNvPr id="23" name="Card 06">
            <a:extLst>
              <a:ext uri="{FF2B5EF4-FFF2-40B4-BE49-F238E27FC236}">
                <a16:creationId xmlns:a16="http://schemas.microsoft.com/office/drawing/2014/main" id="{EC18CA93-7EF0-40FD-B770-5F7120D84C1C}"/>
              </a:ext>
            </a:extLst>
          </p:cNvPr>
          <p:cNvSpPr/>
          <p:nvPr/>
        </p:nvSpPr>
        <p:spPr>
          <a:xfrm>
            <a:off x="8089900" y="4013200"/>
            <a:ext cx="34671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BB9A2F0-02E0-4330-B117-9BAD2148CEB0}"/>
              </a:ext>
            </a:extLst>
          </p:cNvPr>
          <p:cNvSpPr txBox="1"/>
          <p:nvPr/>
        </p:nvSpPr>
        <p:spPr>
          <a:xfrm>
            <a:off x="8369300" y="42672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3200" b="1">
                <a:solidFill>
                  <a:srgbClr val="FF9900"/>
                </a:solidFill>
              </a:rPr>
              <a:t>06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272BCE6-6490-49B5-B23F-694FEB35B8B4}"/>
              </a:ext>
            </a:extLst>
          </p:cNvPr>
          <p:cNvSpPr txBox="1"/>
          <p:nvPr/>
        </p:nvSpPr>
        <p:spPr>
          <a:xfrm>
            <a:off x="8369300" y="4902200"/>
            <a:ext cx="29083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000" b="1">
                <a:solidFill>
                  <a:srgbClr val="F4F6FA"/>
                </a:solidFill>
              </a:rPr>
              <a:t>Revisão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3D2451B-B257-40C1-B47A-1694D630BF51}"/>
              </a:ext>
            </a:extLst>
          </p:cNvPr>
          <p:cNvSpPr txBox="1"/>
          <p:nvPr/>
        </p:nvSpPr>
        <p:spPr>
          <a:xfrm>
            <a:off x="8369300" y="5334000"/>
            <a:ext cx="29083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>
                <a:solidFill>
                  <a:srgbClr val="A9B4C8"/>
                </a:solidFill>
              </a:rPr>
              <a:t>Análise crítica, gaps e impacto</a:t>
            </a:r>
          </a:p>
        </p:txBody>
      </p:sp>
    </p:spTree>
    <p:extLst>
      <p:ext uri="{BB962C8B-B14F-4D97-AF65-F5344CB8AC3E}">
        <p14:creationId xmlns:p14="http://schemas.microsoft.com/office/powerpoint/2010/main" val="2082485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C1E17-DD34-175D-2F29-B1FB3B5B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Como criar suas metas</a:t>
            </a:r>
          </a:p>
        </p:txBody>
      </p:sp>
      <p:sp>
        <p:nvSpPr>
          <p:cNvPr id="3" name="Card Curto Prazo">
            <a:extLst>
              <a:ext uri="{FF2B5EF4-FFF2-40B4-BE49-F238E27FC236}">
                <a16:creationId xmlns:a16="http://schemas.microsoft.com/office/drawing/2014/main" id="{9EBD9379-B775-48A7-9835-63DE8399DF6B}"/>
              </a:ext>
            </a:extLst>
          </p:cNvPr>
          <p:cNvSpPr/>
          <p:nvPr/>
        </p:nvSpPr>
        <p:spPr>
          <a:xfrm>
            <a:off x="635000" y="1600200"/>
            <a:ext cx="3467100" cy="3810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Barra Curto Prazo">
            <a:extLst>
              <a:ext uri="{FF2B5EF4-FFF2-40B4-BE49-F238E27FC236}">
                <a16:creationId xmlns:a16="http://schemas.microsoft.com/office/drawing/2014/main" id="{8D96B31F-4542-4613-A8B8-C60B5B161468}"/>
              </a:ext>
            </a:extLst>
          </p:cNvPr>
          <p:cNvSpPr/>
          <p:nvPr/>
        </p:nvSpPr>
        <p:spPr>
          <a:xfrm>
            <a:off x="635000" y="1600200"/>
            <a:ext cx="3467100" cy="508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0E7910B-034A-441E-ACB7-BEC467C4B887}"/>
              </a:ext>
            </a:extLst>
          </p:cNvPr>
          <p:cNvSpPr txBox="1"/>
          <p:nvPr/>
        </p:nvSpPr>
        <p:spPr>
          <a:xfrm>
            <a:off x="914400" y="1955800"/>
            <a:ext cx="29083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400" b="1">
                <a:solidFill>
                  <a:srgbClr val="F4F6FA"/>
                </a:solidFill>
              </a:rPr>
              <a:t>Curto Prazo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973E2CD-40FA-4721-902E-1FC6450D062A}"/>
              </a:ext>
            </a:extLst>
          </p:cNvPr>
          <p:cNvSpPr txBox="1"/>
          <p:nvPr/>
        </p:nvSpPr>
        <p:spPr>
          <a:xfrm>
            <a:off x="914400" y="2413000"/>
            <a:ext cx="29083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>
                <a:solidFill>
                  <a:srgbClr val="22C7A9"/>
                </a:solidFill>
              </a:rPr>
              <a:t>Primeiros 30 dias</a:t>
            </a:r>
          </a:p>
        </p:txBody>
      </p:sp>
      <p:sp>
        <p:nvSpPr>
          <p:cNvPr id="7" name="Marcador">
            <a:extLst>
              <a:ext uri="{FF2B5EF4-FFF2-40B4-BE49-F238E27FC236}">
                <a16:creationId xmlns:a16="http://schemas.microsoft.com/office/drawing/2014/main" id="{487FC464-87E8-43FA-BA84-7237E66E353D}"/>
              </a:ext>
            </a:extLst>
          </p:cNvPr>
          <p:cNvSpPr/>
          <p:nvPr/>
        </p:nvSpPr>
        <p:spPr>
          <a:xfrm>
            <a:off x="914400" y="3111500"/>
            <a:ext cx="101600" cy="101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FFB2AE3-A05E-41D9-814F-DC54B12BD99F}"/>
              </a:ext>
            </a:extLst>
          </p:cNvPr>
          <p:cNvSpPr txBox="1"/>
          <p:nvPr/>
        </p:nvSpPr>
        <p:spPr>
          <a:xfrm>
            <a:off x="1168400" y="3022600"/>
            <a:ext cx="26543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>
                <a:solidFill>
                  <a:srgbClr val="F4F6FA"/>
                </a:solidFill>
              </a:rPr>
              <a:t>2 artigos no Dev.to sobre serviços AWS que já uso</a:t>
            </a:r>
          </a:p>
        </p:txBody>
      </p:sp>
      <p:sp>
        <p:nvSpPr>
          <p:cNvPr id="9" name="Card Médio Prazo">
            <a:extLst>
              <a:ext uri="{FF2B5EF4-FFF2-40B4-BE49-F238E27FC236}">
                <a16:creationId xmlns:a16="http://schemas.microsoft.com/office/drawing/2014/main" id="{086E1756-0D05-4075-A4ED-7568959F2811}"/>
              </a:ext>
            </a:extLst>
          </p:cNvPr>
          <p:cNvSpPr/>
          <p:nvPr/>
        </p:nvSpPr>
        <p:spPr>
          <a:xfrm>
            <a:off x="4362450" y="1600200"/>
            <a:ext cx="3467100" cy="3810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Barra Médio Prazo">
            <a:extLst>
              <a:ext uri="{FF2B5EF4-FFF2-40B4-BE49-F238E27FC236}">
                <a16:creationId xmlns:a16="http://schemas.microsoft.com/office/drawing/2014/main" id="{F0E7CD70-99E3-4995-8E7A-1A80E76B2260}"/>
              </a:ext>
            </a:extLst>
          </p:cNvPr>
          <p:cNvSpPr/>
          <p:nvPr/>
        </p:nvSpPr>
        <p:spPr>
          <a:xfrm>
            <a:off x="4362450" y="1600200"/>
            <a:ext cx="3467100" cy="508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A9BAC0-8A95-47B1-B572-A966AB4B7993}"/>
              </a:ext>
            </a:extLst>
          </p:cNvPr>
          <p:cNvSpPr txBox="1"/>
          <p:nvPr/>
        </p:nvSpPr>
        <p:spPr>
          <a:xfrm>
            <a:off x="4641850" y="1955800"/>
            <a:ext cx="29083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400" b="1">
                <a:solidFill>
                  <a:srgbClr val="F4F6FA"/>
                </a:solidFill>
              </a:rPr>
              <a:t>Médio Prazo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393B517-AC2A-4555-8585-C589E10572BC}"/>
              </a:ext>
            </a:extLst>
          </p:cNvPr>
          <p:cNvSpPr txBox="1"/>
          <p:nvPr/>
        </p:nvSpPr>
        <p:spPr>
          <a:xfrm>
            <a:off x="4641850" y="2413000"/>
            <a:ext cx="29083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>
                <a:solidFill>
                  <a:srgbClr val="22C7A9"/>
                </a:solidFill>
              </a:rPr>
              <a:t>30 a 90 dias</a:t>
            </a:r>
          </a:p>
        </p:txBody>
      </p:sp>
      <p:sp>
        <p:nvSpPr>
          <p:cNvPr id="13" name="Marcador">
            <a:extLst>
              <a:ext uri="{FF2B5EF4-FFF2-40B4-BE49-F238E27FC236}">
                <a16:creationId xmlns:a16="http://schemas.microsoft.com/office/drawing/2014/main" id="{25307E5C-BC9C-4971-BB0F-E3BD94F9620D}"/>
              </a:ext>
            </a:extLst>
          </p:cNvPr>
          <p:cNvSpPr/>
          <p:nvPr/>
        </p:nvSpPr>
        <p:spPr>
          <a:xfrm>
            <a:off x="4641850" y="3111500"/>
            <a:ext cx="101600" cy="101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F6CCEB4-F16D-440C-83D6-C357E2340E21}"/>
              </a:ext>
            </a:extLst>
          </p:cNvPr>
          <p:cNvSpPr txBox="1"/>
          <p:nvPr/>
        </p:nvSpPr>
        <p:spPr>
          <a:xfrm>
            <a:off x="4895850" y="3022600"/>
            <a:ext cx="26543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>
                <a:solidFill>
                  <a:srgbClr val="F4F6FA"/>
                </a:solidFill>
              </a:rPr>
              <a:t>Frequência: 1 post/semana (Dev.to ou builder center)</a:t>
            </a:r>
          </a:p>
        </p:txBody>
      </p:sp>
      <p:sp>
        <p:nvSpPr>
          <p:cNvPr id="15" name="Card Longo Prazo">
            <a:extLst>
              <a:ext uri="{FF2B5EF4-FFF2-40B4-BE49-F238E27FC236}">
                <a16:creationId xmlns:a16="http://schemas.microsoft.com/office/drawing/2014/main" id="{9BB307B3-2B24-4827-8B25-F37C8183438A}"/>
              </a:ext>
            </a:extLst>
          </p:cNvPr>
          <p:cNvSpPr/>
          <p:nvPr/>
        </p:nvSpPr>
        <p:spPr>
          <a:xfrm>
            <a:off x="8089900" y="1600200"/>
            <a:ext cx="3467100" cy="3810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Barra Longo Prazo">
            <a:extLst>
              <a:ext uri="{FF2B5EF4-FFF2-40B4-BE49-F238E27FC236}">
                <a16:creationId xmlns:a16="http://schemas.microsoft.com/office/drawing/2014/main" id="{12DBB501-71C1-4BCE-8EE9-03205CE119F7}"/>
              </a:ext>
            </a:extLst>
          </p:cNvPr>
          <p:cNvSpPr/>
          <p:nvPr/>
        </p:nvSpPr>
        <p:spPr>
          <a:xfrm>
            <a:off x="8089900" y="1600200"/>
            <a:ext cx="3467100" cy="508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C319E69-5361-4E0E-BDE6-992A96E939CA}"/>
              </a:ext>
            </a:extLst>
          </p:cNvPr>
          <p:cNvSpPr txBox="1"/>
          <p:nvPr/>
        </p:nvSpPr>
        <p:spPr>
          <a:xfrm>
            <a:off x="8369300" y="1955800"/>
            <a:ext cx="29083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400" b="1">
                <a:solidFill>
                  <a:srgbClr val="F4F6FA"/>
                </a:solidFill>
              </a:rPr>
              <a:t>Longo Prazo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85EAA65-BBA9-4D71-810B-E24CEC8FA181}"/>
              </a:ext>
            </a:extLst>
          </p:cNvPr>
          <p:cNvSpPr txBox="1"/>
          <p:nvPr/>
        </p:nvSpPr>
        <p:spPr>
          <a:xfrm>
            <a:off x="8369300" y="2413000"/>
            <a:ext cx="29083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>
                <a:solidFill>
                  <a:srgbClr val="22C7A9"/>
                </a:solidFill>
              </a:rPr>
              <a:t>120 dias até a aplicação</a:t>
            </a:r>
          </a:p>
        </p:txBody>
      </p:sp>
      <p:sp>
        <p:nvSpPr>
          <p:cNvPr id="19" name="Marcador">
            <a:extLst>
              <a:ext uri="{FF2B5EF4-FFF2-40B4-BE49-F238E27FC236}">
                <a16:creationId xmlns:a16="http://schemas.microsoft.com/office/drawing/2014/main" id="{CEC6CDE8-E982-4748-8DEC-720BA485CFF8}"/>
              </a:ext>
            </a:extLst>
          </p:cNvPr>
          <p:cNvSpPr/>
          <p:nvPr/>
        </p:nvSpPr>
        <p:spPr>
          <a:xfrm>
            <a:off x="8369300" y="3111500"/>
            <a:ext cx="101600" cy="101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04E961F-F350-4C40-BA5A-C0CEE8D69C0E}"/>
              </a:ext>
            </a:extLst>
          </p:cNvPr>
          <p:cNvSpPr txBox="1"/>
          <p:nvPr/>
        </p:nvSpPr>
        <p:spPr>
          <a:xfrm>
            <a:off x="8623300" y="3022600"/>
            <a:ext cx="26543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>
                <a:solidFill>
                  <a:srgbClr val="F4F6FA"/>
                </a:solidFill>
              </a:rPr>
              <a:t>Portfólio com 4+ conteúdos técnicos</a:t>
            </a:r>
          </a:p>
        </p:txBody>
      </p:sp>
      <p:sp>
        <p:nvSpPr>
          <p:cNvPr id="21" name="Marcador">
            <a:extLst>
              <a:ext uri="{FF2B5EF4-FFF2-40B4-BE49-F238E27FC236}">
                <a16:creationId xmlns:a16="http://schemas.microsoft.com/office/drawing/2014/main" id="{68F59DEA-C384-4423-B514-47D75A757C80}"/>
              </a:ext>
            </a:extLst>
          </p:cNvPr>
          <p:cNvSpPr/>
          <p:nvPr/>
        </p:nvSpPr>
        <p:spPr>
          <a:xfrm>
            <a:off x="8369300" y="4203700"/>
            <a:ext cx="101600" cy="101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56BB454-5F93-4B01-955E-C0593B1E7FF8}"/>
              </a:ext>
            </a:extLst>
          </p:cNvPr>
          <p:cNvSpPr txBox="1"/>
          <p:nvPr/>
        </p:nvSpPr>
        <p:spPr>
          <a:xfrm>
            <a:off x="8623300" y="4114800"/>
            <a:ext cx="26543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>
                <a:solidFill>
                  <a:srgbClr val="F4F6FA"/>
                </a:solidFill>
              </a:rPr>
              <a:t>Presença ativa em 2+ plataformas</a:t>
            </a:r>
          </a:p>
        </p:txBody>
      </p:sp>
    </p:spTree>
    <p:extLst>
      <p:ext uri="{BB962C8B-B14F-4D97-AF65-F5344CB8AC3E}">
        <p14:creationId xmlns:p14="http://schemas.microsoft.com/office/powerpoint/2010/main" val="1405410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CD57A-318A-0D96-561E-8AFFAC54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Lição de casa</a:t>
            </a:r>
          </a:p>
        </p:txBody>
      </p:sp>
      <p:sp>
        <p:nvSpPr>
          <p:cNvPr id="3" name="Checkbox">
            <a:extLst>
              <a:ext uri="{FF2B5EF4-FFF2-40B4-BE49-F238E27FC236}">
                <a16:creationId xmlns:a16="http://schemas.microsoft.com/office/drawing/2014/main" id="{FDA772E7-96D0-4178-8BAC-20CEBDD5B508}"/>
              </a:ext>
            </a:extLst>
          </p:cNvPr>
          <p:cNvSpPr/>
          <p:nvPr/>
        </p:nvSpPr>
        <p:spPr>
          <a:xfrm>
            <a:off x="635000" y="1701800"/>
            <a:ext cx="381000" cy="381000"/>
          </a:xfrm>
          <a:prstGeom prst="rect">
            <a:avLst/>
          </a:prstGeom>
          <a:noFill/>
          <a:ln w="28575" cap="flat" cmpd="sng" algn="ctr">
            <a:solidFill>
              <a:srgbClr val="FF99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F896D9C-0AF2-4FAC-B440-4113A4AEEA38}"/>
              </a:ext>
            </a:extLst>
          </p:cNvPr>
          <p:cNvSpPr txBox="1"/>
          <p:nvPr/>
        </p:nvSpPr>
        <p:spPr>
          <a:xfrm>
            <a:off x="1320800" y="1625600"/>
            <a:ext cx="10236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2400" b="1">
                <a:solidFill>
                  <a:srgbClr val="F4F6FA"/>
                </a:solidFill>
              </a:rPr>
              <a:t>Criar perfil no dev.to e no aws builder center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83C5A5-2861-4A90-B5B3-DA1CEA3A9516}"/>
              </a:ext>
            </a:extLst>
          </p:cNvPr>
          <p:cNvSpPr txBox="1"/>
          <p:nvPr/>
        </p:nvSpPr>
        <p:spPr>
          <a:xfrm>
            <a:off x="1320800" y="2108200"/>
            <a:ext cx="10236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>
                <a:solidFill>
                  <a:srgbClr val="A9B4C8"/>
                </a:solidFill>
              </a:rPr>
              <a:t>Me sigam</a:t>
            </a:r>
          </a:p>
        </p:txBody>
      </p:sp>
      <p:sp>
        <p:nvSpPr>
          <p:cNvPr id="6" name="Divisor">
            <a:extLst>
              <a:ext uri="{FF2B5EF4-FFF2-40B4-BE49-F238E27FC236}">
                <a16:creationId xmlns:a16="http://schemas.microsoft.com/office/drawing/2014/main" id="{D12F022B-5404-48A8-88BE-D4C5E2D48D3D}"/>
              </a:ext>
            </a:extLst>
          </p:cNvPr>
          <p:cNvSpPr/>
          <p:nvPr/>
        </p:nvSpPr>
        <p:spPr>
          <a:xfrm>
            <a:off x="1320800" y="2616200"/>
            <a:ext cx="102362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heckbox">
            <a:extLst>
              <a:ext uri="{FF2B5EF4-FFF2-40B4-BE49-F238E27FC236}">
                <a16:creationId xmlns:a16="http://schemas.microsoft.com/office/drawing/2014/main" id="{2218FC96-5218-4BA1-A0B8-CFCC3BCC6783}"/>
              </a:ext>
            </a:extLst>
          </p:cNvPr>
          <p:cNvSpPr/>
          <p:nvPr/>
        </p:nvSpPr>
        <p:spPr>
          <a:xfrm>
            <a:off x="635000" y="2844800"/>
            <a:ext cx="381000" cy="381000"/>
          </a:xfrm>
          <a:prstGeom prst="rect">
            <a:avLst/>
          </a:prstGeom>
          <a:noFill/>
          <a:ln w="28575" cap="flat" cmpd="sng" algn="ctr">
            <a:solidFill>
              <a:srgbClr val="FF99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7A416D8-5176-4750-8DAE-1D5C916A7C59}"/>
              </a:ext>
            </a:extLst>
          </p:cNvPr>
          <p:cNvSpPr txBox="1"/>
          <p:nvPr/>
        </p:nvSpPr>
        <p:spPr>
          <a:xfrm>
            <a:off x="1320800" y="2768600"/>
            <a:ext cx="10236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2400" b="1">
                <a:solidFill>
                  <a:srgbClr val="F4F6FA"/>
                </a:solidFill>
              </a:rPr>
              <a:t>Criar as metas de geração de conteúdo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9BD713D-22A7-45FD-B93B-560C66B90D1B}"/>
              </a:ext>
            </a:extLst>
          </p:cNvPr>
          <p:cNvSpPr txBox="1"/>
          <p:nvPr/>
        </p:nvSpPr>
        <p:spPr>
          <a:xfrm>
            <a:off x="1320800" y="3251200"/>
            <a:ext cx="10236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>
                <a:solidFill>
                  <a:srgbClr val="A9B4C8"/>
                </a:solidFill>
              </a:rPr>
              <a:t>Podem me chamar para ajudar</a:t>
            </a:r>
          </a:p>
        </p:txBody>
      </p:sp>
      <p:sp>
        <p:nvSpPr>
          <p:cNvPr id="10" name="Divisor">
            <a:extLst>
              <a:ext uri="{FF2B5EF4-FFF2-40B4-BE49-F238E27FC236}">
                <a16:creationId xmlns:a16="http://schemas.microsoft.com/office/drawing/2014/main" id="{CA6505E8-52D6-4057-9D9F-C9E6B0E5751B}"/>
              </a:ext>
            </a:extLst>
          </p:cNvPr>
          <p:cNvSpPr/>
          <p:nvPr/>
        </p:nvSpPr>
        <p:spPr>
          <a:xfrm>
            <a:off x="1320800" y="3759200"/>
            <a:ext cx="102362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heckbox">
            <a:extLst>
              <a:ext uri="{FF2B5EF4-FFF2-40B4-BE49-F238E27FC236}">
                <a16:creationId xmlns:a16="http://schemas.microsoft.com/office/drawing/2014/main" id="{FCBF34DD-02DC-4CD4-989F-13C6CFC14CE1}"/>
              </a:ext>
            </a:extLst>
          </p:cNvPr>
          <p:cNvSpPr/>
          <p:nvPr/>
        </p:nvSpPr>
        <p:spPr>
          <a:xfrm>
            <a:off x="635000" y="3987800"/>
            <a:ext cx="381000" cy="381000"/>
          </a:xfrm>
          <a:prstGeom prst="rect">
            <a:avLst/>
          </a:prstGeom>
          <a:noFill/>
          <a:ln w="28575" cap="flat" cmpd="sng" algn="ctr">
            <a:solidFill>
              <a:srgbClr val="FF99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92D50BD-61C5-45E3-A48E-E84D3EBCC6F3}"/>
              </a:ext>
            </a:extLst>
          </p:cNvPr>
          <p:cNvSpPr txBox="1"/>
          <p:nvPr/>
        </p:nvSpPr>
        <p:spPr>
          <a:xfrm>
            <a:off x="1320800" y="3911600"/>
            <a:ext cx="10236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2400" b="1">
                <a:solidFill>
                  <a:srgbClr val="F4F6FA"/>
                </a:solidFill>
              </a:rPr>
              <a:t>Escrever o primeiro esboço para artigo técnico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D5FC5D5-F284-4D53-87C8-40655DE3809F}"/>
              </a:ext>
            </a:extLst>
          </p:cNvPr>
          <p:cNvSpPr txBox="1"/>
          <p:nvPr/>
        </p:nvSpPr>
        <p:spPr>
          <a:xfrm>
            <a:off x="1320800" y="4394200"/>
            <a:ext cx="10236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>
                <a:solidFill>
                  <a:srgbClr val="A9B4C8"/>
                </a:solidFill>
              </a:rPr>
              <a:t>Compartilhem no grupo para ajudarmos</a:t>
            </a:r>
          </a:p>
        </p:txBody>
      </p:sp>
      <p:sp>
        <p:nvSpPr>
          <p:cNvPr id="14" name="Divisor">
            <a:extLst>
              <a:ext uri="{FF2B5EF4-FFF2-40B4-BE49-F238E27FC236}">
                <a16:creationId xmlns:a16="http://schemas.microsoft.com/office/drawing/2014/main" id="{8EF8C7A0-DE5D-4371-B196-09E5F3D9EA86}"/>
              </a:ext>
            </a:extLst>
          </p:cNvPr>
          <p:cNvSpPr/>
          <p:nvPr/>
        </p:nvSpPr>
        <p:spPr>
          <a:xfrm>
            <a:off x="1320800" y="4902200"/>
            <a:ext cx="102362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heckbox">
            <a:extLst>
              <a:ext uri="{FF2B5EF4-FFF2-40B4-BE49-F238E27FC236}">
                <a16:creationId xmlns:a16="http://schemas.microsoft.com/office/drawing/2014/main" id="{B0AD574D-E8E7-407A-8F7C-F0C3D79315BF}"/>
              </a:ext>
            </a:extLst>
          </p:cNvPr>
          <p:cNvSpPr/>
          <p:nvPr/>
        </p:nvSpPr>
        <p:spPr>
          <a:xfrm>
            <a:off x="635000" y="5130800"/>
            <a:ext cx="381000" cy="381000"/>
          </a:xfrm>
          <a:prstGeom prst="rect">
            <a:avLst/>
          </a:prstGeom>
          <a:noFill/>
          <a:ln w="28575" cap="flat" cmpd="sng" algn="ctr">
            <a:solidFill>
              <a:srgbClr val="FF99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C3E2394-80DB-4A47-AC5E-95C2444EB5DD}"/>
              </a:ext>
            </a:extLst>
          </p:cNvPr>
          <p:cNvSpPr txBox="1"/>
          <p:nvPr/>
        </p:nvSpPr>
        <p:spPr>
          <a:xfrm>
            <a:off x="1320800" y="5054600"/>
            <a:ext cx="10236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2400" b="1">
                <a:solidFill>
                  <a:srgbClr val="F4F6FA"/>
                </a:solidFill>
              </a:rPr>
              <a:t>(opcional) - Participar de uma ‘novidades aws’ na Darede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9B0C347-C4C1-4951-B1E1-C419F0514BD4}"/>
              </a:ext>
            </a:extLst>
          </p:cNvPr>
          <p:cNvSpPr txBox="1"/>
          <p:nvPr/>
        </p:nvSpPr>
        <p:spPr>
          <a:xfrm>
            <a:off x="1320800" y="5537200"/>
            <a:ext cx="10236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>
                <a:solidFill>
                  <a:srgbClr val="A9B4C8"/>
                </a:solidFill>
              </a:rPr>
              <a:t>Me avisem que desenrolo</a:t>
            </a:r>
          </a:p>
        </p:txBody>
      </p:sp>
    </p:spTree>
    <p:extLst>
      <p:ext uri="{BB962C8B-B14F-4D97-AF65-F5344CB8AC3E}">
        <p14:creationId xmlns:p14="http://schemas.microsoft.com/office/powerpoint/2010/main" val="3661687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9A6F1-2E2E-9FB2-FA0E-DBA0CFB87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Etapa 02: Entregas Mínimas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8AFC94-EA94-2789-9A14-5A6B6DBD5F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O que você precisa produzir para se candidatar com força</a:t>
            </a:r>
          </a:p>
        </p:txBody>
      </p:sp>
    </p:spTree>
    <p:extLst>
      <p:ext uri="{BB962C8B-B14F-4D97-AF65-F5344CB8AC3E}">
        <p14:creationId xmlns:p14="http://schemas.microsoft.com/office/powerpoint/2010/main" val="3639290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45FEA-1CBA-9847-35D7-4BC293C3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que são “Entregas Mínimas”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52DA34-B35C-6FBC-5B35-EA9E9DD24B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pt-BR" sz="2400" dirty="0"/>
              <a:t>É o </a:t>
            </a:r>
            <a:r>
              <a:rPr lang="pt-BR" sz="2400" b="1" dirty="0"/>
              <a:t>volume e a variedade de conteúdo</a:t>
            </a:r>
            <a:r>
              <a:rPr lang="pt-BR" sz="2400" dirty="0"/>
              <a:t> que comprovam que você já atua na comunidade</a:t>
            </a:r>
          </a:p>
          <a:p>
            <a:pPr>
              <a:spcBef>
                <a:spcPts val="2400"/>
              </a:spcBef>
            </a:pPr>
            <a:r>
              <a:rPr lang="pt-BR" sz="2400" dirty="0"/>
              <a:t>A AWS avalia </a:t>
            </a:r>
            <a:r>
              <a:rPr lang="pt-BR" sz="2400" b="1" dirty="0"/>
              <a:t>impacto real</a:t>
            </a:r>
            <a:r>
              <a:rPr lang="pt-BR" sz="2400" dirty="0"/>
              <a:t>: publicações consistentes, formatos variados e audiência ativa</a:t>
            </a:r>
          </a:p>
          <a:p>
            <a:pPr>
              <a:spcBef>
                <a:spcPts val="2400"/>
              </a:spcBef>
            </a:pPr>
            <a:r>
              <a:rPr lang="pt-BR" sz="2400" dirty="0"/>
              <a:t>Sem essas entregas, mesmo um bom perfil técnico </a:t>
            </a:r>
            <a:r>
              <a:rPr lang="pt-BR" sz="2400" b="1" dirty="0"/>
              <a:t>não sustenta a aplicação</a:t>
            </a:r>
          </a:p>
          <a:p>
            <a:pPr>
              <a:spcBef>
                <a:spcPts val="2400"/>
              </a:spcBef>
            </a:pPr>
            <a:r>
              <a:rPr lang="pt-BR" sz="2400" b="1" dirty="0"/>
              <a:t>Meta:</a:t>
            </a:r>
            <a:r>
              <a:rPr lang="pt-BR" sz="2400" dirty="0"/>
              <a:t> gerar histórico público antes da janela de submissão</a:t>
            </a:r>
          </a:p>
        </p:txBody>
      </p:sp>
    </p:spTree>
    <p:extLst>
      <p:ext uri="{BB962C8B-B14F-4D97-AF65-F5344CB8AC3E}">
        <p14:creationId xmlns:p14="http://schemas.microsoft.com/office/powerpoint/2010/main" val="1996010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BF33C-E734-F61B-3614-8361060ED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Checklist — as 4 entregas mínimas</a:t>
            </a:r>
          </a:p>
        </p:txBody>
      </p:sp>
      <p:sp>
        <p:nvSpPr>
          <p:cNvPr id="3" name="Card 1">
            <a:extLst>
              <a:ext uri="{FF2B5EF4-FFF2-40B4-BE49-F238E27FC236}">
                <a16:creationId xmlns:a16="http://schemas.microsoft.com/office/drawing/2014/main" id="{BBCBB5C5-8AB4-442B-85D9-2E76559C5CC8}"/>
              </a:ext>
            </a:extLst>
          </p:cNvPr>
          <p:cNvSpPr/>
          <p:nvPr/>
        </p:nvSpPr>
        <p:spPr>
          <a:xfrm>
            <a:off x="635000" y="1600200"/>
            <a:ext cx="53340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142730-8171-44C8-8936-39FCAA982047}"/>
              </a:ext>
            </a:extLst>
          </p:cNvPr>
          <p:cNvSpPr txBox="1"/>
          <p:nvPr/>
        </p:nvSpPr>
        <p:spPr>
          <a:xfrm>
            <a:off x="939800" y="1879600"/>
            <a:ext cx="5588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4000" b="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2F401BF-C3CB-4A80-AFC6-A04E7CF2D3F9}"/>
              </a:ext>
            </a:extLst>
          </p:cNvPr>
          <p:cNvSpPr txBox="1"/>
          <p:nvPr/>
        </p:nvSpPr>
        <p:spPr>
          <a:xfrm>
            <a:off x="1701800" y="1955800"/>
            <a:ext cx="4064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200" b="1">
                <a:solidFill>
                  <a:srgbClr val="F4F6FA"/>
                </a:solidFill>
              </a:rPr>
              <a:t>LinkedIn otimizado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08A0472-36B7-4B47-9061-597968FECB09}"/>
              </a:ext>
            </a:extLst>
          </p:cNvPr>
          <p:cNvSpPr txBox="1"/>
          <p:nvPr/>
        </p:nvSpPr>
        <p:spPr>
          <a:xfrm>
            <a:off x="1701800" y="2463800"/>
            <a:ext cx="39878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>
                <a:solidFill>
                  <a:srgbClr val="A9B4C8"/>
                </a:solidFill>
              </a:rPr>
              <a:t>Headline com AWS + área técnica, sobre com casos, posts frequentes</a:t>
            </a:r>
          </a:p>
        </p:txBody>
      </p:sp>
      <p:sp>
        <p:nvSpPr>
          <p:cNvPr id="7" name="Card 2">
            <a:extLst>
              <a:ext uri="{FF2B5EF4-FFF2-40B4-BE49-F238E27FC236}">
                <a16:creationId xmlns:a16="http://schemas.microsoft.com/office/drawing/2014/main" id="{BA4ED0AC-BC3E-4E59-B13C-37761448DF67}"/>
              </a:ext>
            </a:extLst>
          </p:cNvPr>
          <p:cNvSpPr/>
          <p:nvPr/>
        </p:nvSpPr>
        <p:spPr>
          <a:xfrm>
            <a:off x="6223000" y="1600200"/>
            <a:ext cx="53340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AFF192-84BF-4E5C-8BC6-56142609A102}"/>
              </a:ext>
            </a:extLst>
          </p:cNvPr>
          <p:cNvSpPr txBox="1"/>
          <p:nvPr/>
        </p:nvSpPr>
        <p:spPr>
          <a:xfrm>
            <a:off x="6527800" y="1879600"/>
            <a:ext cx="5588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4000" b="1">
                <a:solidFill>
                  <a:srgbClr val="FF9900"/>
                </a:solidFill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CE8716-414E-45EB-97AE-5416356ED4BA}"/>
              </a:ext>
            </a:extLst>
          </p:cNvPr>
          <p:cNvSpPr txBox="1"/>
          <p:nvPr/>
        </p:nvSpPr>
        <p:spPr>
          <a:xfrm>
            <a:off x="7289800" y="1955800"/>
            <a:ext cx="4064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200" b="1">
                <a:solidFill>
                  <a:srgbClr val="F4F6FA"/>
                </a:solidFill>
              </a:rPr>
              <a:t>Perfil no Dev.to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E2F1173-8659-41C8-AF6D-3B82BE3F7968}"/>
              </a:ext>
            </a:extLst>
          </p:cNvPr>
          <p:cNvSpPr txBox="1"/>
          <p:nvPr/>
        </p:nvSpPr>
        <p:spPr>
          <a:xfrm>
            <a:off x="7289800" y="2463800"/>
            <a:ext cx="39878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>
                <a:solidFill>
                  <a:srgbClr val="A9B4C8"/>
                </a:solidFill>
              </a:rPr>
              <a:t>Bio conectada ao GitHub e LinkedIn, primeiro artigo publicado</a:t>
            </a:r>
          </a:p>
        </p:txBody>
      </p:sp>
      <p:sp>
        <p:nvSpPr>
          <p:cNvPr id="11" name="Card 3">
            <a:extLst>
              <a:ext uri="{FF2B5EF4-FFF2-40B4-BE49-F238E27FC236}">
                <a16:creationId xmlns:a16="http://schemas.microsoft.com/office/drawing/2014/main" id="{1C08D751-A49E-4CFF-BFE6-346EFACA6028}"/>
              </a:ext>
            </a:extLst>
          </p:cNvPr>
          <p:cNvSpPr/>
          <p:nvPr/>
        </p:nvSpPr>
        <p:spPr>
          <a:xfrm>
            <a:off x="635000" y="4013200"/>
            <a:ext cx="53340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3D5B1F3-3287-4C28-A418-BBFB9EDE2238}"/>
              </a:ext>
            </a:extLst>
          </p:cNvPr>
          <p:cNvSpPr txBox="1"/>
          <p:nvPr/>
        </p:nvSpPr>
        <p:spPr>
          <a:xfrm>
            <a:off x="939800" y="4292600"/>
            <a:ext cx="5588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4000" b="1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9211066-CB2F-4DAC-8BE5-62B66A05DF41}"/>
              </a:ext>
            </a:extLst>
          </p:cNvPr>
          <p:cNvSpPr txBox="1"/>
          <p:nvPr/>
        </p:nvSpPr>
        <p:spPr>
          <a:xfrm>
            <a:off x="1701800" y="4368800"/>
            <a:ext cx="4064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200" b="1">
                <a:solidFill>
                  <a:srgbClr val="F4F6FA"/>
                </a:solidFill>
              </a:rPr>
              <a:t>Artigo técnico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5375013-5578-4C0D-8E6E-9A2DF881F488}"/>
              </a:ext>
            </a:extLst>
          </p:cNvPr>
          <p:cNvSpPr txBox="1"/>
          <p:nvPr/>
        </p:nvSpPr>
        <p:spPr>
          <a:xfrm>
            <a:off x="1701800" y="4876800"/>
            <a:ext cx="39878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>
                <a:solidFill>
                  <a:srgbClr val="A9B4C8"/>
                </a:solidFill>
              </a:rPr>
              <a:t>Tema real com AWS: código, prints e conclusão prática</a:t>
            </a:r>
          </a:p>
        </p:txBody>
      </p:sp>
      <p:sp>
        <p:nvSpPr>
          <p:cNvPr id="15" name="Card 4">
            <a:extLst>
              <a:ext uri="{FF2B5EF4-FFF2-40B4-BE49-F238E27FC236}">
                <a16:creationId xmlns:a16="http://schemas.microsoft.com/office/drawing/2014/main" id="{5A24B130-FADC-4FB3-84BF-E13EB5C47A97}"/>
              </a:ext>
            </a:extLst>
          </p:cNvPr>
          <p:cNvSpPr/>
          <p:nvPr/>
        </p:nvSpPr>
        <p:spPr>
          <a:xfrm>
            <a:off x="6223000" y="4013200"/>
            <a:ext cx="53340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2C5A3FC-144F-4E93-B210-D96B4859BC46}"/>
              </a:ext>
            </a:extLst>
          </p:cNvPr>
          <p:cNvSpPr txBox="1"/>
          <p:nvPr/>
        </p:nvSpPr>
        <p:spPr>
          <a:xfrm>
            <a:off x="6527800" y="4292600"/>
            <a:ext cx="5588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4000" b="1">
                <a:solidFill>
                  <a:srgbClr val="FF9900"/>
                </a:solidFill>
              </a:rPr>
              <a:t>4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5D28EE-BE92-4FB5-9A7D-1D4C0C6DAFC5}"/>
              </a:ext>
            </a:extLst>
          </p:cNvPr>
          <p:cNvSpPr txBox="1"/>
          <p:nvPr/>
        </p:nvSpPr>
        <p:spPr>
          <a:xfrm>
            <a:off x="7289800" y="4368800"/>
            <a:ext cx="4064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200" b="1">
                <a:solidFill>
                  <a:srgbClr val="F4F6FA"/>
                </a:solidFill>
              </a:rPr>
              <a:t>*Vídeo curto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1A06CB9-5442-490B-8285-F87E5D1CD1A1}"/>
              </a:ext>
            </a:extLst>
          </p:cNvPr>
          <p:cNvSpPr txBox="1"/>
          <p:nvPr/>
        </p:nvSpPr>
        <p:spPr>
          <a:xfrm>
            <a:off x="7289800" y="4876800"/>
            <a:ext cx="39878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>
                <a:solidFill>
                  <a:srgbClr val="A9B4C8"/>
                </a:solidFill>
              </a:rPr>
              <a:t>Reels ou short de 30–60s explicando um conceito ou serviço</a:t>
            </a:r>
          </a:p>
        </p:txBody>
      </p:sp>
    </p:spTree>
    <p:extLst>
      <p:ext uri="{BB962C8B-B14F-4D97-AF65-F5344CB8AC3E}">
        <p14:creationId xmlns:p14="http://schemas.microsoft.com/office/powerpoint/2010/main" val="2569996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539C2-23EA-7209-BA84-D62A754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Ferramentas do criador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B23B97-B0F2-E5A7-98E4-C6731C67C9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Como acelerar a produção com CapCut e Opus Clip</a:t>
            </a:r>
          </a:p>
        </p:txBody>
      </p:sp>
    </p:spTree>
    <p:extLst>
      <p:ext uri="{BB962C8B-B14F-4D97-AF65-F5344CB8AC3E}">
        <p14:creationId xmlns:p14="http://schemas.microsoft.com/office/powerpoint/2010/main" val="3358757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4C8D4-E73F-2F07-F14A-850A39C9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CapCut</a:t>
            </a:r>
          </a:p>
        </p:txBody>
      </p:sp>
      <p:sp>
        <p:nvSpPr>
          <p:cNvPr id="3" name="Card ferramenta">
            <a:extLst>
              <a:ext uri="{FF2B5EF4-FFF2-40B4-BE49-F238E27FC236}">
                <a16:creationId xmlns:a16="http://schemas.microsoft.com/office/drawing/2014/main" id="{492DAE4A-E23D-4F8D-8E81-75A4FB83348E}"/>
              </a:ext>
            </a:extLst>
          </p:cNvPr>
          <p:cNvSpPr/>
          <p:nvPr/>
        </p:nvSpPr>
        <p:spPr>
          <a:xfrm>
            <a:off x="635000" y="1600200"/>
            <a:ext cx="4064000" cy="46228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Barra">
            <a:extLst>
              <a:ext uri="{FF2B5EF4-FFF2-40B4-BE49-F238E27FC236}">
                <a16:creationId xmlns:a16="http://schemas.microsoft.com/office/drawing/2014/main" id="{1B4F62DC-AB4F-4FDB-9B73-98102347F3F0}"/>
              </a:ext>
            </a:extLst>
          </p:cNvPr>
          <p:cNvSpPr/>
          <p:nvPr/>
        </p:nvSpPr>
        <p:spPr>
          <a:xfrm>
            <a:off x="635000" y="1600200"/>
            <a:ext cx="4064000" cy="508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DC49B3D-E17C-425F-A27C-2324A14C65F7}"/>
              </a:ext>
            </a:extLst>
          </p:cNvPr>
          <p:cNvSpPr txBox="1"/>
          <p:nvPr/>
        </p:nvSpPr>
        <p:spPr>
          <a:xfrm>
            <a:off x="939800" y="1930400"/>
            <a:ext cx="3454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3000" b="1">
                <a:solidFill>
                  <a:srgbClr val="FF9900"/>
                </a:solidFill>
              </a:rPr>
              <a:t>CapCut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C8A2C93-283A-47E8-B037-582014D55F37}"/>
              </a:ext>
            </a:extLst>
          </p:cNvPr>
          <p:cNvSpPr txBox="1"/>
          <p:nvPr/>
        </p:nvSpPr>
        <p:spPr>
          <a:xfrm>
            <a:off x="939800" y="2489200"/>
            <a:ext cx="34544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1600">
                <a:solidFill>
                  <a:srgbClr val="A9B4C8"/>
                </a:solidFill>
              </a:rPr>
              <a:t>Editor de vídeo mobile</a:t>
            </a:r>
          </a:p>
        </p:txBody>
      </p:sp>
      <p:sp>
        <p:nvSpPr>
          <p:cNvPr id="7" name="Marcador">
            <a:extLst>
              <a:ext uri="{FF2B5EF4-FFF2-40B4-BE49-F238E27FC236}">
                <a16:creationId xmlns:a16="http://schemas.microsoft.com/office/drawing/2014/main" id="{95B03C4B-FF1E-482D-95D3-6A4DF8720245}"/>
              </a:ext>
            </a:extLst>
          </p:cNvPr>
          <p:cNvSpPr/>
          <p:nvPr/>
        </p:nvSpPr>
        <p:spPr>
          <a:xfrm>
            <a:off x="939800" y="3416300"/>
            <a:ext cx="101600" cy="101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24839C1-E6BE-4445-9DFE-C32E1E9875CA}"/>
              </a:ext>
            </a:extLst>
          </p:cNvPr>
          <p:cNvSpPr txBox="1"/>
          <p:nvPr/>
        </p:nvSpPr>
        <p:spPr>
          <a:xfrm>
            <a:off x="1219200" y="3327400"/>
            <a:ext cx="3225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>
                <a:solidFill>
                  <a:srgbClr val="F4F6FA"/>
                </a:solidFill>
              </a:rPr>
              <a:t>iOS, Android e desktop</a:t>
            </a:r>
          </a:p>
        </p:txBody>
      </p:sp>
      <p:sp>
        <p:nvSpPr>
          <p:cNvPr id="9" name="Marcador">
            <a:extLst>
              <a:ext uri="{FF2B5EF4-FFF2-40B4-BE49-F238E27FC236}">
                <a16:creationId xmlns:a16="http://schemas.microsoft.com/office/drawing/2014/main" id="{975399ED-9FF7-4CE7-9F29-3A9A2FA33DF5}"/>
              </a:ext>
            </a:extLst>
          </p:cNvPr>
          <p:cNvSpPr/>
          <p:nvPr/>
        </p:nvSpPr>
        <p:spPr>
          <a:xfrm>
            <a:off x="939800" y="4330700"/>
            <a:ext cx="101600" cy="101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645178C-A184-4DF0-A97F-367E617F34CE}"/>
              </a:ext>
            </a:extLst>
          </p:cNvPr>
          <p:cNvSpPr txBox="1"/>
          <p:nvPr/>
        </p:nvSpPr>
        <p:spPr>
          <a:xfrm>
            <a:off x="1219200" y="4241800"/>
            <a:ext cx="3225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>
                <a:solidFill>
                  <a:srgbClr val="F4F6FA"/>
                </a:solidFill>
              </a:rPr>
              <a:t>Gratuito para uso pessoal</a:t>
            </a:r>
          </a:p>
        </p:txBody>
      </p:sp>
      <p:sp>
        <p:nvSpPr>
          <p:cNvPr id="11" name="Marcador">
            <a:extLst>
              <a:ext uri="{FF2B5EF4-FFF2-40B4-BE49-F238E27FC236}">
                <a16:creationId xmlns:a16="http://schemas.microsoft.com/office/drawing/2014/main" id="{1090E77C-25CC-44A3-9A49-6F7DF1AA1B07}"/>
              </a:ext>
            </a:extLst>
          </p:cNvPr>
          <p:cNvSpPr/>
          <p:nvPr/>
        </p:nvSpPr>
        <p:spPr>
          <a:xfrm>
            <a:off x="939800" y="5245100"/>
            <a:ext cx="101600" cy="101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8830B6A-F554-4660-9632-1FE7BABDDB89}"/>
              </a:ext>
            </a:extLst>
          </p:cNvPr>
          <p:cNvSpPr txBox="1"/>
          <p:nvPr/>
        </p:nvSpPr>
        <p:spPr>
          <a:xfrm>
            <a:off x="1219200" y="5156200"/>
            <a:ext cx="3225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>
                <a:solidFill>
                  <a:srgbClr val="F4F6FA"/>
                </a:solidFill>
              </a:rPr>
              <a:t>Templates prontos e legendas automáticas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347B154-98E7-4BAF-B911-BD838E0CB343}"/>
              </a:ext>
            </a:extLst>
          </p:cNvPr>
          <p:cNvSpPr txBox="1"/>
          <p:nvPr/>
        </p:nvSpPr>
        <p:spPr>
          <a:xfrm>
            <a:off x="5207000" y="1600200"/>
            <a:ext cx="6350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2400" b="1">
                <a:solidFill>
                  <a:srgbClr val="F4F6FA"/>
                </a:solidFill>
              </a:rPr>
              <a:t>Quando usar</a:t>
            </a:r>
          </a:p>
        </p:txBody>
      </p:sp>
      <p:sp>
        <p:nvSpPr>
          <p:cNvPr id="14" name="Divisor">
            <a:extLst>
              <a:ext uri="{FF2B5EF4-FFF2-40B4-BE49-F238E27FC236}">
                <a16:creationId xmlns:a16="http://schemas.microsoft.com/office/drawing/2014/main" id="{3B1A9EBA-45A4-4B22-BDD5-504FBC40B0FE}"/>
              </a:ext>
            </a:extLst>
          </p:cNvPr>
          <p:cNvSpPr/>
          <p:nvPr/>
        </p:nvSpPr>
        <p:spPr>
          <a:xfrm>
            <a:off x="5207000" y="2159000"/>
            <a:ext cx="63500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3D8C120-D52F-4E2C-89DF-A340A36B06EA}"/>
              </a:ext>
            </a:extLst>
          </p:cNvPr>
          <p:cNvSpPr txBox="1"/>
          <p:nvPr/>
        </p:nvSpPr>
        <p:spPr>
          <a:xfrm>
            <a:off x="5207000" y="2311400"/>
            <a:ext cx="50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3200" b="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B7C8AB6-921B-4C48-8588-DD19A47EA583}"/>
              </a:ext>
            </a:extLst>
          </p:cNvPr>
          <p:cNvSpPr txBox="1"/>
          <p:nvPr/>
        </p:nvSpPr>
        <p:spPr>
          <a:xfrm>
            <a:off x="5867400" y="2336800"/>
            <a:ext cx="56896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2000" b="1">
                <a:solidFill>
                  <a:srgbClr val="F4F6FA"/>
                </a:solidFill>
              </a:rPr>
              <a:t>Cortar e montar vídeos do zero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4F960CC-1E33-498F-A441-5623FB57318B}"/>
              </a:ext>
            </a:extLst>
          </p:cNvPr>
          <p:cNvSpPr txBox="1"/>
          <p:nvPr/>
        </p:nvSpPr>
        <p:spPr>
          <a:xfrm>
            <a:off x="5867400" y="2743200"/>
            <a:ext cx="56896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1600">
                <a:solidFill>
                  <a:srgbClr val="A9B4C8"/>
                </a:solidFill>
              </a:rPr>
              <a:t>Reels de review de serviço AWS, tutorial curto, resposta em vídeo</a:t>
            </a:r>
          </a:p>
        </p:txBody>
      </p:sp>
      <p:sp>
        <p:nvSpPr>
          <p:cNvPr id="18" name="Divisor">
            <a:extLst>
              <a:ext uri="{FF2B5EF4-FFF2-40B4-BE49-F238E27FC236}">
                <a16:creationId xmlns:a16="http://schemas.microsoft.com/office/drawing/2014/main" id="{CF32263C-2E0D-41AF-A9F5-3115C7EB627B}"/>
              </a:ext>
            </a:extLst>
          </p:cNvPr>
          <p:cNvSpPr/>
          <p:nvPr/>
        </p:nvSpPr>
        <p:spPr>
          <a:xfrm>
            <a:off x="5207000" y="3479800"/>
            <a:ext cx="63500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3D32471-DB5D-4F9F-864C-02D225465720}"/>
              </a:ext>
            </a:extLst>
          </p:cNvPr>
          <p:cNvSpPr txBox="1"/>
          <p:nvPr/>
        </p:nvSpPr>
        <p:spPr>
          <a:xfrm>
            <a:off x="5207000" y="3632200"/>
            <a:ext cx="50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3200" b="1">
                <a:solidFill>
                  <a:srgbClr val="FF9900"/>
                </a:solidFill>
              </a:rPr>
              <a:t>2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C732C59-B801-4D83-A116-164F1012C61C}"/>
              </a:ext>
            </a:extLst>
          </p:cNvPr>
          <p:cNvSpPr txBox="1"/>
          <p:nvPr/>
        </p:nvSpPr>
        <p:spPr>
          <a:xfrm>
            <a:off x="5867400" y="3657600"/>
            <a:ext cx="56896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2000" b="1">
                <a:solidFill>
                  <a:srgbClr val="F4F6FA"/>
                </a:solidFill>
              </a:rPr>
              <a:t>Adicionar legendas e trilha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C44D619-7D10-41B8-BB37-4B5FAE4268E7}"/>
              </a:ext>
            </a:extLst>
          </p:cNvPr>
          <p:cNvSpPr txBox="1"/>
          <p:nvPr/>
        </p:nvSpPr>
        <p:spPr>
          <a:xfrm>
            <a:off x="5867400" y="4064000"/>
            <a:ext cx="56896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1600">
                <a:solidFill>
                  <a:srgbClr val="A9B4C8"/>
                </a:solidFill>
              </a:rPr>
              <a:t>Legendas automáticas com sincronização palavra por palavra</a:t>
            </a:r>
          </a:p>
        </p:txBody>
      </p:sp>
      <p:sp>
        <p:nvSpPr>
          <p:cNvPr id="22" name="Divisor">
            <a:extLst>
              <a:ext uri="{FF2B5EF4-FFF2-40B4-BE49-F238E27FC236}">
                <a16:creationId xmlns:a16="http://schemas.microsoft.com/office/drawing/2014/main" id="{3C5C941F-915B-47B7-A73A-CAF2B34DE17B}"/>
              </a:ext>
            </a:extLst>
          </p:cNvPr>
          <p:cNvSpPr/>
          <p:nvPr/>
        </p:nvSpPr>
        <p:spPr>
          <a:xfrm>
            <a:off x="5207000" y="4800600"/>
            <a:ext cx="63500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7848A4C-F95A-4151-B8F6-243AD0734891}"/>
              </a:ext>
            </a:extLst>
          </p:cNvPr>
          <p:cNvSpPr txBox="1"/>
          <p:nvPr/>
        </p:nvSpPr>
        <p:spPr>
          <a:xfrm>
            <a:off x="5207000" y="4953000"/>
            <a:ext cx="50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3200" b="1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54673E3-3474-4164-B6A2-65C54C93EF3C}"/>
              </a:ext>
            </a:extLst>
          </p:cNvPr>
          <p:cNvSpPr txBox="1"/>
          <p:nvPr/>
        </p:nvSpPr>
        <p:spPr>
          <a:xfrm>
            <a:off x="5867400" y="4978400"/>
            <a:ext cx="56896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2000" b="1">
                <a:solidFill>
                  <a:srgbClr val="F4F6FA"/>
                </a:solidFill>
              </a:rPr>
              <a:t>Aplicar template de abertura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89531BF-BC54-42B9-97DA-3D67D954F5A3}"/>
              </a:ext>
            </a:extLst>
          </p:cNvPr>
          <p:cNvSpPr txBox="1"/>
          <p:nvPr/>
        </p:nvSpPr>
        <p:spPr>
          <a:xfrm>
            <a:off x="5867400" y="5384800"/>
            <a:ext cx="56896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1600">
                <a:solidFill>
                  <a:srgbClr val="A9B4C8"/>
                </a:solidFill>
              </a:rPr>
              <a:t>Padroniza a identidade visual dos seus shorts sem editor pesado</a:t>
            </a:r>
          </a:p>
        </p:txBody>
      </p:sp>
    </p:spTree>
    <p:extLst>
      <p:ext uri="{BB962C8B-B14F-4D97-AF65-F5344CB8AC3E}">
        <p14:creationId xmlns:p14="http://schemas.microsoft.com/office/powerpoint/2010/main" val="1188462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888A5-1246-28FB-785D-DC00222B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Opus Clip</a:t>
            </a:r>
          </a:p>
        </p:txBody>
      </p:sp>
      <p:sp>
        <p:nvSpPr>
          <p:cNvPr id="3" name="Card ferramenta">
            <a:extLst>
              <a:ext uri="{FF2B5EF4-FFF2-40B4-BE49-F238E27FC236}">
                <a16:creationId xmlns:a16="http://schemas.microsoft.com/office/drawing/2014/main" id="{26EAFEDB-411A-4796-A810-2B032E4B6B56}"/>
              </a:ext>
            </a:extLst>
          </p:cNvPr>
          <p:cNvSpPr/>
          <p:nvPr/>
        </p:nvSpPr>
        <p:spPr>
          <a:xfrm>
            <a:off x="635000" y="1600200"/>
            <a:ext cx="4064000" cy="46228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Barra">
            <a:extLst>
              <a:ext uri="{FF2B5EF4-FFF2-40B4-BE49-F238E27FC236}">
                <a16:creationId xmlns:a16="http://schemas.microsoft.com/office/drawing/2014/main" id="{6ED3FFC4-725F-49AD-A62D-510A49B41320}"/>
              </a:ext>
            </a:extLst>
          </p:cNvPr>
          <p:cNvSpPr/>
          <p:nvPr/>
        </p:nvSpPr>
        <p:spPr>
          <a:xfrm>
            <a:off x="635000" y="1600200"/>
            <a:ext cx="4064000" cy="508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362C8ED-8D15-4685-BF81-50C1754C7BC1}"/>
              </a:ext>
            </a:extLst>
          </p:cNvPr>
          <p:cNvSpPr txBox="1"/>
          <p:nvPr/>
        </p:nvSpPr>
        <p:spPr>
          <a:xfrm>
            <a:off x="939800" y="1930400"/>
            <a:ext cx="3454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3000" b="1">
                <a:solidFill>
                  <a:srgbClr val="FF9900"/>
                </a:solidFill>
              </a:rPr>
              <a:t>Opus Clip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1161559-7EBF-402F-9635-FE7CC4F831A2}"/>
              </a:ext>
            </a:extLst>
          </p:cNvPr>
          <p:cNvSpPr txBox="1"/>
          <p:nvPr/>
        </p:nvSpPr>
        <p:spPr>
          <a:xfrm>
            <a:off x="939800" y="2489200"/>
            <a:ext cx="34544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1600">
                <a:solidFill>
                  <a:srgbClr val="A9B4C8"/>
                </a:solidFill>
              </a:rPr>
              <a:t>clip.opus.pro — web app</a:t>
            </a:r>
          </a:p>
        </p:txBody>
      </p:sp>
      <p:sp>
        <p:nvSpPr>
          <p:cNvPr id="7" name="Marcador">
            <a:extLst>
              <a:ext uri="{FF2B5EF4-FFF2-40B4-BE49-F238E27FC236}">
                <a16:creationId xmlns:a16="http://schemas.microsoft.com/office/drawing/2014/main" id="{DA83593B-CEEB-40A3-A12F-6746D5B01F25}"/>
              </a:ext>
            </a:extLst>
          </p:cNvPr>
          <p:cNvSpPr/>
          <p:nvPr/>
        </p:nvSpPr>
        <p:spPr>
          <a:xfrm>
            <a:off x="939800" y="3416300"/>
            <a:ext cx="101600" cy="101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0FF160-32CC-488D-8F38-C01884D3BC01}"/>
              </a:ext>
            </a:extLst>
          </p:cNvPr>
          <p:cNvSpPr txBox="1"/>
          <p:nvPr/>
        </p:nvSpPr>
        <p:spPr>
          <a:xfrm>
            <a:off x="1219200" y="3327400"/>
            <a:ext cx="3225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>
                <a:solidFill>
                  <a:srgbClr val="F4F6FA"/>
                </a:solidFill>
              </a:rPr>
              <a:t>Web (nada para instalar)</a:t>
            </a:r>
          </a:p>
        </p:txBody>
      </p:sp>
      <p:sp>
        <p:nvSpPr>
          <p:cNvPr id="9" name="Marcador">
            <a:extLst>
              <a:ext uri="{FF2B5EF4-FFF2-40B4-BE49-F238E27FC236}">
                <a16:creationId xmlns:a16="http://schemas.microsoft.com/office/drawing/2014/main" id="{613008F0-00B9-46DF-ADCE-85D2DCC3A99C}"/>
              </a:ext>
            </a:extLst>
          </p:cNvPr>
          <p:cNvSpPr/>
          <p:nvPr/>
        </p:nvSpPr>
        <p:spPr>
          <a:xfrm>
            <a:off x="939800" y="4330700"/>
            <a:ext cx="101600" cy="101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C8C6F5E-E9A8-4ACA-B382-840EF1BFD810}"/>
              </a:ext>
            </a:extLst>
          </p:cNvPr>
          <p:cNvSpPr txBox="1"/>
          <p:nvPr/>
        </p:nvSpPr>
        <p:spPr>
          <a:xfrm>
            <a:off x="1219200" y="4241800"/>
            <a:ext cx="3225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>
                <a:solidFill>
                  <a:srgbClr val="F4F6FA"/>
                </a:solidFill>
              </a:rPr>
              <a:t>Plano gratuito com créditos</a:t>
            </a:r>
          </a:p>
        </p:txBody>
      </p:sp>
      <p:sp>
        <p:nvSpPr>
          <p:cNvPr id="11" name="Marcador">
            <a:extLst>
              <a:ext uri="{FF2B5EF4-FFF2-40B4-BE49-F238E27FC236}">
                <a16:creationId xmlns:a16="http://schemas.microsoft.com/office/drawing/2014/main" id="{76147E1A-BDFC-4C0F-A005-0CF9FA72AF03}"/>
              </a:ext>
            </a:extLst>
          </p:cNvPr>
          <p:cNvSpPr/>
          <p:nvPr/>
        </p:nvSpPr>
        <p:spPr>
          <a:xfrm>
            <a:off x="939800" y="5245100"/>
            <a:ext cx="101600" cy="101600"/>
          </a:xfrm>
          <a:prstGeom prst="rect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62A0ED0-EAC4-45D0-A9DA-58CF0C28D32F}"/>
              </a:ext>
            </a:extLst>
          </p:cNvPr>
          <p:cNvSpPr txBox="1"/>
          <p:nvPr/>
        </p:nvSpPr>
        <p:spPr>
          <a:xfrm>
            <a:off x="1219200" y="5156200"/>
            <a:ext cx="3225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>
                <a:solidFill>
                  <a:srgbClr val="F4F6FA"/>
                </a:solidFill>
              </a:rPr>
              <a:t>IA seleciona os melhores trechos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E25A27E-6276-4D77-9D41-A81CB5DAE779}"/>
              </a:ext>
            </a:extLst>
          </p:cNvPr>
          <p:cNvSpPr txBox="1"/>
          <p:nvPr/>
        </p:nvSpPr>
        <p:spPr>
          <a:xfrm>
            <a:off x="5207000" y="1600200"/>
            <a:ext cx="6350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2400" b="1">
                <a:solidFill>
                  <a:srgbClr val="F4F6FA"/>
                </a:solidFill>
              </a:rPr>
              <a:t>Quando usar</a:t>
            </a:r>
          </a:p>
        </p:txBody>
      </p:sp>
      <p:sp>
        <p:nvSpPr>
          <p:cNvPr id="14" name="Divisor">
            <a:extLst>
              <a:ext uri="{FF2B5EF4-FFF2-40B4-BE49-F238E27FC236}">
                <a16:creationId xmlns:a16="http://schemas.microsoft.com/office/drawing/2014/main" id="{8B44EE54-753D-425E-9431-E64297F1F8C7}"/>
              </a:ext>
            </a:extLst>
          </p:cNvPr>
          <p:cNvSpPr/>
          <p:nvPr/>
        </p:nvSpPr>
        <p:spPr>
          <a:xfrm>
            <a:off x="5207000" y="2159000"/>
            <a:ext cx="63500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3D47D2C-0532-4D54-9690-095541E08D59}"/>
              </a:ext>
            </a:extLst>
          </p:cNvPr>
          <p:cNvSpPr txBox="1"/>
          <p:nvPr/>
        </p:nvSpPr>
        <p:spPr>
          <a:xfrm>
            <a:off x="5207000" y="2311400"/>
            <a:ext cx="50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3200" b="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A366E7E-8F71-4FB8-8D51-5FF4AF2B7C3C}"/>
              </a:ext>
            </a:extLst>
          </p:cNvPr>
          <p:cNvSpPr txBox="1"/>
          <p:nvPr/>
        </p:nvSpPr>
        <p:spPr>
          <a:xfrm>
            <a:off x="5867400" y="2336800"/>
            <a:ext cx="56896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2000" b="1">
                <a:solidFill>
                  <a:srgbClr val="F4F6FA"/>
                </a:solidFill>
              </a:rPr>
              <a:t>Transformar vídeo longo em shorts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FEE3F3D-8673-4B58-80B1-08B7DEBFC249}"/>
              </a:ext>
            </a:extLst>
          </p:cNvPr>
          <p:cNvSpPr txBox="1"/>
          <p:nvPr/>
        </p:nvSpPr>
        <p:spPr>
          <a:xfrm>
            <a:off x="5867400" y="2743200"/>
            <a:ext cx="56896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1600">
                <a:solidFill>
                  <a:srgbClr val="A9B4C8"/>
                </a:solidFill>
              </a:rPr>
              <a:t>Cole a URL do YouTube ou faça upload — a IA gera vários cortes verticais</a:t>
            </a:r>
          </a:p>
        </p:txBody>
      </p:sp>
      <p:sp>
        <p:nvSpPr>
          <p:cNvPr id="18" name="Divisor">
            <a:extLst>
              <a:ext uri="{FF2B5EF4-FFF2-40B4-BE49-F238E27FC236}">
                <a16:creationId xmlns:a16="http://schemas.microsoft.com/office/drawing/2014/main" id="{C676BD1C-4B54-4EB6-BA2F-56DD8235E6AD}"/>
              </a:ext>
            </a:extLst>
          </p:cNvPr>
          <p:cNvSpPr/>
          <p:nvPr/>
        </p:nvSpPr>
        <p:spPr>
          <a:xfrm>
            <a:off x="5207000" y="3479800"/>
            <a:ext cx="63500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3B56DC2-A653-4751-B5D6-5DA80AB69863}"/>
              </a:ext>
            </a:extLst>
          </p:cNvPr>
          <p:cNvSpPr txBox="1"/>
          <p:nvPr/>
        </p:nvSpPr>
        <p:spPr>
          <a:xfrm>
            <a:off x="5207000" y="3632200"/>
            <a:ext cx="50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3200" b="1">
                <a:solidFill>
                  <a:srgbClr val="FF9900"/>
                </a:solidFill>
              </a:rPr>
              <a:t>2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A590892-8F05-42E5-87A5-E6370C998097}"/>
              </a:ext>
            </a:extLst>
          </p:cNvPr>
          <p:cNvSpPr txBox="1"/>
          <p:nvPr/>
        </p:nvSpPr>
        <p:spPr>
          <a:xfrm>
            <a:off x="5867400" y="3657600"/>
            <a:ext cx="56896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2000" b="1">
                <a:solidFill>
                  <a:srgbClr val="F4F6FA"/>
                </a:solidFill>
              </a:rPr>
              <a:t>Reaproveitar lives e webinars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9EDDA5E-5E76-484F-AEF3-C959AD7FE393}"/>
              </a:ext>
            </a:extLst>
          </p:cNvPr>
          <p:cNvSpPr txBox="1"/>
          <p:nvPr/>
        </p:nvSpPr>
        <p:spPr>
          <a:xfrm>
            <a:off x="5867400" y="4064000"/>
            <a:ext cx="56896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1600">
                <a:solidFill>
                  <a:srgbClr val="A9B4C8"/>
                </a:solidFill>
              </a:rPr>
              <a:t>Uma live de 1h vira 8–12 clipes prontos para Reels, Shorts e TikTok</a:t>
            </a:r>
          </a:p>
        </p:txBody>
      </p:sp>
      <p:sp>
        <p:nvSpPr>
          <p:cNvPr id="22" name="Divisor">
            <a:extLst>
              <a:ext uri="{FF2B5EF4-FFF2-40B4-BE49-F238E27FC236}">
                <a16:creationId xmlns:a16="http://schemas.microsoft.com/office/drawing/2014/main" id="{08C92314-DC15-4824-9E97-9E31560415D2}"/>
              </a:ext>
            </a:extLst>
          </p:cNvPr>
          <p:cNvSpPr/>
          <p:nvPr/>
        </p:nvSpPr>
        <p:spPr>
          <a:xfrm>
            <a:off x="5207000" y="4800600"/>
            <a:ext cx="63500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56DEBA4-59A0-4EB2-A913-0377954EF289}"/>
              </a:ext>
            </a:extLst>
          </p:cNvPr>
          <p:cNvSpPr txBox="1"/>
          <p:nvPr/>
        </p:nvSpPr>
        <p:spPr>
          <a:xfrm>
            <a:off x="5207000" y="4953000"/>
            <a:ext cx="50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3200" b="1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6640DCD-2DBB-4974-B6AD-EA3BEDD16EC5}"/>
              </a:ext>
            </a:extLst>
          </p:cNvPr>
          <p:cNvSpPr txBox="1"/>
          <p:nvPr/>
        </p:nvSpPr>
        <p:spPr>
          <a:xfrm>
            <a:off x="5867400" y="4978400"/>
            <a:ext cx="56896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2000" b="1">
                <a:solidFill>
                  <a:srgbClr val="F4F6FA"/>
                </a:solidFill>
              </a:rPr>
              <a:t>Gerar legendas + score viral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C662D5B-D421-4353-BA57-C779C452615D}"/>
              </a:ext>
            </a:extLst>
          </p:cNvPr>
          <p:cNvSpPr txBox="1"/>
          <p:nvPr/>
        </p:nvSpPr>
        <p:spPr>
          <a:xfrm>
            <a:off x="5867400" y="5384800"/>
            <a:ext cx="56896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pt-BR" sz="1600">
                <a:solidFill>
                  <a:srgbClr val="A9B4C8"/>
                </a:solidFill>
              </a:rPr>
              <a:t>Cada clipe já sai com legenda dinâmica e nota de potencial de engajamento</a:t>
            </a:r>
          </a:p>
        </p:txBody>
      </p:sp>
    </p:spTree>
    <p:extLst>
      <p:ext uri="{BB962C8B-B14F-4D97-AF65-F5344CB8AC3E}">
        <p14:creationId xmlns:p14="http://schemas.microsoft.com/office/powerpoint/2010/main" val="461567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8B770-241B-CB7C-C7BB-3525D0E2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CapCut × Opus Clip</a:t>
            </a:r>
          </a:p>
        </p:txBody>
      </p:sp>
      <p:graphicFrame>
        <p:nvGraphicFramePr>
          <p:cNvPr id="20" name="Tabela comparativa"/>
          <p:cNvGraphicFramePr>
            <a:graphicFrameLocks noGrp="1"/>
          </p:cNvGraphicFramePr>
          <p:nvPr/>
        </p:nvGraphicFramePr>
        <p:xfrm>
          <a:off x="635000" y="1600200"/>
          <a:ext cx="10922000" cy="445008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Critério</a:t>
                      </a:r>
                    </a:p>
                  </a:txBody>
                  <a:tcPr marL="0" marR="152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8794A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b="1" dirty="0">
                          <a:solidFill>
                            <a:schemeClr val="accent1"/>
                          </a:solidFill>
                        </a:rPr>
                        <a:t>CapCut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8794A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b="1" dirty="0">
                          <a:solidFill>
                            <a:schemeClr val="accent1"/>
                          </a:solidFill>
                        </a:rPr>
                        <a:t>Opus Clip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8794AB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Ponto forte</a:t>
                      </a:r>
                    </a:p>
                  </a:txBody>
                  <a:tcPr marL="0" marR="1524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8794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Edição manual precisa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8794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Corte automático via IA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8794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Entrada ideal</a:t>
                      </a:r>
                    </a:p>
                  </a:txBody>
                  <a:tcPr marL="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Gravação curta ou timeline montada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Vídeo longo ou live gravada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Custo</a:t>
                      </a:r>
                    </a:p>
                  </a:txBody>
                  <a:tcPr marL="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Gratuito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Freemium (créditos)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Onde roda</a:t>
                      </a:r>
                    </a:p>
                  </a:txBody>
                  <a:tcPr marL="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Mobile e desktop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100% no navegador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Legendas</a:t>
                      </a:r>
                    </a:p>
                  </a:txBody>
                  <a:tcPr marL="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Automáticas, editáveis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Automáticas, com destaque viral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Curva de aprendizado</a:t>
                      </a:r>
                    </a:p>
                  </a:txBody>
                  <a:tcPr marL="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Média. Várias telas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Baixa. 3 cliques</a:t>
                      </a:r>
                    </a:p>
                  </a:txBody>
                  <a:tcPr marL="152400" marR="152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053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3E930-7742-842E-5789-39AAFD30D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Perfis para seguir e estudar</a:t>
            </a:r>
          </a:p>
        </p:txBody>
      </p:sp>
      <p:sp>
        <p:nvSpPr>
          <p:cNvPr id="3" name="Card @stevenwommack">
            <a:extLst>
              <a:ext uri="{FF2B5EF4-FFF2-40B4-BE49-F238E27FC236}">
                <a16:creationId xmlns:a16="http://schemas.microsoft.com/office/drawing/2014/main" id="{4C7D450A-E36B-4C42-99CD-5D476CC21426}"/>
              </a:ext>
            </a:extLst>
          </p:cNvPr>
          <p:cNvSpPr/>
          <p:nvPr/>
        </p:nvSpPr>
        <p:spPr>
          <a:xfrm>
            <a:off x="635000" y="1600200"/>
            <a:ext cx="53340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Badge IG">
            <a:extLst>
              <a:ext uri="{FF2B5EF4-FFF2-40B4-BE49-F238E27FC236}">
                <a16:creationId xmlns:a16="http://schemas.microsoft.com/office/drawing/2014/main" id="{C16F4095-7C92-46BB-8C10-B0A1524DD85D}"/>
              </a:ext>
            </a:extLst>
          </p:cNvPr>
          <p:cNvSpPr/>
          <p:nvPr/>
        </p:nvSpPr>
        <p:spPr>
          <a:xfrm>
            <a:off x="939800" y="1905000"/>
            <a:ext cx="609600" cy="609600"/>
          </a:xfrm>
          <a:prstGeom prst="ellipse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pt-BR" sz="1600" b="1">
                <a:solidFill>
                  <a:srgbClr val="141A28"/>
                </a:solidFill>
              </a:rPr>
              <a:t>IG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A90879-7058-4BC7-94EE-48114D1C8607}"/>
              </a:ext>
            </a:extLst>
          </p:cNvPr>
          <p:cNvSpPr txBox="1"/>
          <p:nvPr/>
        </p:nvSpPr>
        <p:spPr>
          <a:xfrm>
            <a:off x="1752600" y="18796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200" b="1">
                <a:solidFill>
                  <a:srgbClr val="F4F6FA"/>
                </a:solidFill>
              </a:rPr>
              <a:t>@stevenwommack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E5BB17-2F2C-4FB2-A855-91ED66129709}"/>
              </a:ext>
            </a:extLst>
          </p:cNvPr>
          <p:cNvSpPr txBox="1"/>
          <p:nvPr/>
        </p:nvSpPr>
        <p:spPr>
          <a:xfrm>
            <a:off x="1752600" y="2286000"/>
            <a:ext cx="3937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>
                <a:solidFill>
                  <a:srgbClr val="22C7A9"/>
                </a:solidFill>
              </a:rPr>
              <a:t>Community &amp; Creator Coach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2C3DED6-A9E5-45E0-911E-E75DF8EEA19C}"/>
              </a:ext>
            </a:extLst>
          </p:cNvPr>
          <p:cNvSpPr txBox="1"/>
          <p:nvPr/>
        </p:nvSpPr>
        <p:spPr>
          <a:xfrm>
            <a:off x="939800" y="2768600"/>
            <a:ext cx="47244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 b="1">
                <a:solidFill>
                  <a:srgbClr val="F4F6FA"/>
                </a:solidFill>
              </a:rPr>
              <a:t>O que observar:</a:t>
            </a:r>
            <a:r>
              <a:rPr lang="pt-BR" sz="1600">
                <a:solidFill>
                  <a:srgbClr val="A9B4C8"/>
                </a:solidFill>
              </a:rPr>
              <a:t> Estrutura de vídeos ensinando criadores a construir audiência técnica</a:t>
            </a:r>
          </a:p>
        </p:txBody>
      </p:sp>
      <p:sp>
        <p:nvSpPr>
          <p:cNvPr id="8" name="Card @andyhan.ai">
            <a:extLst>
              <a:ext uri="{FF2B5EF4-FFF2-40B4-BE49-F238E27FC236}">
                <a16:creationId xmlns:a16="http://schemas.microsoft.com/office/drawing/2014/main" id="{8463C28E-D843-4928-8B2C-EA824E788114}"/>
              </a:ext>
            </a:extLst>
          </p:cNvPr>
          <p:cNvSpPr/>
          <p:nvPr/>
        </p:nvSpPr>
        <p:spPr>
          <a:xfrm>
            <a:off x="6223000" y="1600200"/>
            <a:ext cx="53340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Badge IG">
            <a:extLst>
              <a:ext uri="{FF2B5EF4-FFF2-40B4-BE49-F238E27FC236}">
                <a16:creationId xmlns:a16="http://schemas.microsoft.com/office/drawing/2014/main" id="{493EF9DA-A4CA-419C-8DC6-10C2F57C7748}"/>
              </a:ext>
            </a:extLst>
          </p:cNvPr>
          <p:cNvSpPr/>
          <p:nvPr/>
        </p:nvSpPr>
        <p:spPr>
          <a:xfrm>
            <a:off x="6527800" y="1905000"/>
            <a:ext cx="609600" cy="609600"/>
          </a:xfrm>
          <a:prstGeom prst="ellipse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pt-BR" sz="1600" b="1">
                <a:solidFill>
                  <a:srgbClr val="141A28"/>
                </a:solidFill>
              </a:rPr>
              <a:t>IG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2536B67-27AB-4B54-B8EE-C1849704FFDA}"/>
              </a:ext>
            </a:extLst>
          </p:cNvPr>
          <p:cNvSpPr txBox="1"/>
          <p:nvPr/>
        </p:nvSpPr>
        <p:spPr>
          <a:xfrm>
            <a:off x="7340600" y="18796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200" b="1">
                <a:solidFill>
                  <a:srgbClr val="F4F6FA"/>
                </a:solidFill>
              </a:rPr>
              <a:t>@andyhan.ai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0058DE9-E96A-4BE1-B4DF-0F294FA568E1}"/>
              </a:ext>
            </a:extLst>
          </p:cNvPr>
          <p:cNvSpPr txBox="1"/>
          <p:nvPr/>
        </p:nvSpPr>
        <p:spPr>
          <a:xfrm>
            <a:off x="7340600" y="2286000"/>
            <a:ext cx="3937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>
                <a:solidFill>
                  <a:srgbClr val="22C7A9"/>
                </a:solidFill>
              </a:rPr>
              <a:t>AI vídeos for creatosr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2D0D666-E884-4E09-AF4B-D319DFEC0D24}"/>
              </a:ext>
            </a:extLst>
          </p:cNvPr>
          <p:cNvSpPr txBox="1"/>
          <p:nvPr/>
        </p:nvSpPr>
        <p:spPr>
          <a:xfrm>
            <a:off x="6527800" y="2768600"/>
            <a:ext cx="47244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 b="1">
                <a:solidFill>
                  <a:srgbClr val="F4F6FA"/>
                </a:solidFill>
              </a:rPr>
              <a:t>O que observar:</a:t>
            </a:r>
            <a:r>
              <a:rPr lang="pt-BR" sz="1600">
                <a:solidFill>
                  <a:srgbClr val="A9B4C8"/>
                </a:solidFill>
              </a:rPr>
              <a:t> ideias de como criar vídeos com IA (sem colocar sua cara)</a:t>
            </a:r>
          </a:p>
        </p:txBody>
      </p:sp>
      <p:sp>
        <p:nvSpPr>
          <p:cNvPr id="13" name="Card @leodias.r">
            <a:extLst>
              <a:ext uri="{FF2B5EF4-FFF2-40B4-BE49-F238E27FC236}">
                <a16:creationId xmlns:a16="http://schemas.microsoft.com/office/drawing/2014/main" id="{21E15683-090B-4F9D-A6F8-F81C7C165E6B}"/>
              </a:ext>
            </a:extLst>
          </p:cNvPr>
          <p:cNvSpPr/>
          <p:nvPr/>
        </p:nvSpPr>
        <p:spPr>
          <a:xfrm>
            <a:off x="635000" y="4013200"/>
            <a:ext cx="53340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Badge IG">
            <a:extLst>
              <a:ext uri="{FF2B5EF4-FFF2-40B4-BE49-F238E27FC236}">
                <a16:creationId xmlns:a16="http://schemas.microsoft.com/office/drawing/2014/main" id="{D57798B6-60ED-4315-87FB-EE19186E4100}"/>
              </a:ext>
            </a:extLst>
          </p:cNvPr>
          <p:cNvSpPr/>
          <p:nvPr/>
        </p:nvSpPr>
        <p:spPr>
          <a:xfrm>
            <a:off x="939800" y="4318000"/>
            <a:ext cx="609600" cy="609600"/>
          </a:xfrm>
          <a:prstGeom prst="ellipse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pt-BR" sz="1600" b="1">
                <a:solidFill>
                  <a:srgbClr val="141A28"/>
                </a:solidFill>
              </a:rPr>
              <a:t>IG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16CBF7B-D103-4232-9AE0-06A46D569E4C}"/>
              </a:ext>
            </a:extLst>
          </p:cNvPr>
          <p:cNvSpPr txBox="1"/>
          <p:nvPr/>
        </p:nvSpPr>
        <p:spPr>
          <a:xfrm>
            <a:off x="1752600" y="42926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200" b="1">
                <a:solidFill>
                  <a:srgbClr val="F4F6FA"/>
                </a:solidFill>
              </a:rPr>
              <a:t>@leodias.r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5E9ECAE-F7A7-4DFB-A35A-24EFAA28D23A}"/>
              </a:ext>
            </a:extLst>
          </p:cNvPr>
          <p:cNvSpPr txBox="1"/>
          <p:nvPr/>
        </p:nvSpPr>
        <p:spPr>
          <a:xfrm>
            <a:off x="1752600" y="4699000"/>
            <a:ext cx="3937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>
                <a:solidFill>
                  <a:srgbClr val="22C7A9"/>
                </a:solidFill>
              </a:rPr>
              <a:t>Content Strategy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5F2C469-00D5-4CBE-B664-09F34F46CE6E}"/>
              </a:ext>
            </a:extLst>
          </p:cNvPr>
          <p:cNvSpPr txBox="1"/>
          <p:nvPr/>
        </p:nvSpPr>
        <p:spPr>
          <a:xfrm>
            <a:off x="939800" y="5181600"/>
            <a:ext cx="47244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 b="1">
                <a:solidFill>
                  <a:srgbClr val="F4F6FA"/>
                </a:solidFill>
              </a:rPr>
              <a:t>O que observar:</a:t>
            </a:r>
            <a:r>
              <a:rPr lang="pt-BR" sz="1600">
                <a:solidFill>
                  <a:srgbClr val="A9B4C8"/>
                </a:solidFill>
              </a:rPr>
              <a:t> Ganchos, hooks e frameworks de roteiro para posts virais, e how-to</a:t>
            </a:r>
          </a:p>
        </p:txBody>
      </p:sp>
      <p:sp>
        <p:nvSpPr>
          <p:cNvPr id="18" name="Card @amazonwebservices">
            <a:extLst>
              <a:ext uri="{FF2B5EF4-FFF2-40B4-BE49-F238E27FC236}">
                <a16:creationId xmlns:a16="http://schemas.microsoft.com/office/drawing/2014/main" id="{BDA6552D-EF91-404C-8B1C-6058377A83CF}"/>
              </a:ext>
            </a:extLst>
          </p:cNvPr>
          <p:cNvSpPr/>
          <p:nvPr/>
        </p:nvSpPr>
        <p:spPr>
          <a:xfrm>
            <a:off x="6223000" y="4013200"/>
            <a:ext cx="5334000" cy="2159000"/>
          </a:xfrm>
          <a:prstGeom prst="rect">
            <a:avLst/>
          </a:prstGeom>
          <a:solidFill>
            <a:srgbClr val="1F294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Badge IG">
            <a:extLst>
              <a:ext uri="{FF2B5EF4-FFF2-40B4-BE49-F238E27FC236}">
                <a16:creationId xmlns:a16="http://schemas.microsoft.com/office/drawing/2014/main" id="{2E105665-7AAD-4398-813D-217FEDC414EE}"/>
              </a:ext>
            </a:extLst>
          </p:cNvPr>
          <p:cNvSpPr/>
          <p:nvPr/>
        </p:nvSpPr>
        <p:spPr>
          <a:xfrm>
            <a:off x="6527800" y="4318000"/>
            <a:ext cx="609600" cy="609600"/>
          </a:xfrm>
          <a:prstGeom prst="ellipse">
            <a:avLst/>
          </a:prstGeom>
          <a:solidFill>
            <a:srgbClr val="FF9900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pt-BR" sz="1600" b="1">
                <a:solidFill>
                  <a:srgbClr val="141A28"/>
                </a:solidFill>
              </a:rPr>
              <a:t>IG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6A59977-1FA9-44F7-ABF8-69D112481D1C}"/>
              </a:ext>
            </a:extLst>
          </p:cNvPr>
          <p:cNvSpPr txBox="1"/>
          <p:nvPr/>
        </p:nvSpPr>
        <p:spPr>
          <a:xfrm>
            <a:off x="7340600" y="42926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2200" b="1">
                <a:solidFill>
                  <a:srgbClr val="F4F6FA"/>
                </a:solidFill>
              </a:rPr>
              <a:t>@amazonwebservices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8168F21-E1E1-48FF-BB53-5AAA68A66144}"/>
              </a:ext>
            </a:extLst>
          </p:cNvPr>
          <p:cNvSpPr txBox="1"/>
          <p:nvPr/>
        </p:nvSpPr>
        <p:spPr>
          <a:xfrm>
            <a:off x="7340600" y="4699000"/>
            <a:ext cx="3937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>
                <a:solidFill>
                  <a:srgbClr val="22C7A9"/>
                </a:solidFill>
              </a:rPr>
              <a:t>AWS oficial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F26A0F5-D4E2-4F86-ABED-9CD97FD267C8}"/>
              </a:ext>
            </a:extLst>
          </p:cNvPr>
          <p:cNvSpPr txBox="1"/>
          <p:nvPr/>
        </p:nvSpPr>
        <p:spPr>
          <a:xfrm>
            <a:off x="6527800" y="5181600"/>
            <a:ext cx="47244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pt-BR" sz="1600" b="1">
                <a:solidFill>
                  <a:srgbClr val="F4F6FA"/>
                </a:solidFill>
              </a:rPr>
              <a:t>O que observar:</a:t>
            </a:r>
            <a:r>
              <a:rPr lang="pt-BR" sz="1600">
                <a:solidFill>
                  <a:srgbClr val="A9B4C8"/>
                </a:solidFill>
              </a:rPr>
              <a:t> Padrão de narrativa e produção referência de identidade visual</a:t>
            </a:r>
          </a:p>
        </p:txBody>
      </p:sp>
    </p:spTree>
    <p:extLst>
      <p:ext uri="{BB962C8B-B14F-4D97-AF65-F5344CB8AC3E}">
        <p14:creationId xmlns:p14="http://schemas.microsoft.com/office/powerpoint/2010/main" val="1693180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FD094-AD6D-959A-98EE-98E0329F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Lição de casa</a:t>
            </a:r>
          </a:p>
        </p:txBody>
      </p:sp>
      <p:sp>
        <p:nvSpPr>
          <p:cNvPr id="3" name="Checkbox">
            <a:extLst>
              <a:ext uri="{FF2B5EF4-FFF2-40B4-BE49-F238E27FC236}">
                <a16:creationId xmlns:a16="http://schemas.microsoft.com/office/drawing/2014/main" id="{89471AB0-0BF8-4881-A4B5-E6A2B665A31C}"/>
              </a:ext>
            </a:extLst>
          </p:cNvPr>
          <p:cNvSpPr/>
          <p:nvPr/>
        </p:nvSpPr>
        <p:spPr>
          <a:xfrm>
            <a:off x="635000" y="1841500"/>
            <a:ext cx="381000" cy="381000"/>
          </a:xfrm>
          <a:prstGeom prst="rect">
            <a:avLst/>
          </a:prstGeom>
          <a:noFill/>
          <a:ln w="28575" cap="flat" cmpd="sng" algn="ctr">
            <a:solidFill>
              <a:srgbClr val="FF99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E932577-883D-488C-B9FB-F4F8AB624FB3}"/>
              </a:ext>
            </a:extLst>
          </p:cNvPr>
          <p:cNvSpPr txBox="1"/>
          <p:nvPr/>
        </p:nvSpPr>
        <p:spPr>
          <a:xfrm>
            <a:off x="1320800" y="1651000"/>
            <a:ext cx="102362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2400" b="1">
                <a:solidFill>
                  <a:srgbClr val="F4F6FA"/>
                </a:solidFill>
              </a:rPr>
              <a:t>Publicar 1 artigo técnico no Dev.to sobre um caso real com AWS</a:t>
            </a:r>
          </a:p>
        </p:txBody>
      </p:sp>
      <p:sp>
        <p:nvSpPr>
          <p:cNvPr id="5" name="Divisor">
            <a:extLst>
              <a:ext uri="{FF2B5EF4-FFF2-40B4-BE49-F238E27FC236}">
                <a16:creationId xmlns:a16="http://schemas.microsoft.com/office/drawing/2014/main" id="{05AA7DCC-4EC7-4163-9A85-52D21FD769B6}"/>
              </a:ext>
            </a:extLst>
          </p:cNvPr>
          <p:cNvSpPr/>
          <p:nvPr/>
        </p:nvSpPr>
        <p:spPr>
          <a:xfrm>
            <a:off x="1320800" y="2489200"/>
            <a:ext cx="102362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heckbox">
            <a:extLst>
              <a:ext uri="{FF2B5EF4-FFF2-40B4-BE49-F238E27FC236}">
                <a16:creationId xmlns:a16="http://schemas.microsoft.com/office/drawing/2014/main" id="{6CD5C160-6886-438A-A145-A7F5D0CF0DD2}"/>
              </a:ext>
            </a:extLst>
          </p:cNvPr>
          <p:cNvSpPr/>
          <p:nvPr/>
        </p:nvSpPr>
        <p:spPr>
          <a:xfrm>
            <a:off x="635000" y="2755900"/>
            <a:ext cx="381000" cy="381000"/>
          </a:xfrm>
          <a:prstGeom prst="rect">
            <a:avLst/>
          </a:prstGeom>
          <a:noFill/>
          <a:ln w="28575" cap="flat" cmpd="sng" algn="ctr">
            <a:solidFill>
              <a:srgbClr val="FF99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2CC191F-4A8F-4A93-A3FC-468D73819232}"/>
              </a:ext>
            </a:extLst>
          </p:cNvPr>
          <p:cNvSpPr txBox="1"/>
          <p:nvPr/>
        </p:nvSpPr>
        <p:spPr>
          <a:xfrm>
            <a:off x="1320800" y="2565400"/>
            <a:ext cx="102362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2400" b="1">
                <a:solidFill>
                  <a:srgbClr val="F4F6FA"/>
                </a:solidFill>
              </a:rPr>
              <a:t>Gravar 1 vídeo curto (30–60s) e editar no CapCut</a:t>
            </a:r>
          </a:p>
        </p:txBody>
      </p:sp>
      <p:sp>
        <p:nvSpPr>
          <p:cNvPr id="8" name="Divisor">
            <a:extLst>
              <a:ext uri="{FF2B5EF4-FFF2-40B4-BE49-F238E27FC236}">
                <a16:creationId xmlns:a16="http://schemas.microsoft.com/office/drawing/2014/main" id="{713EC966-8D23-4B52-9BD1-2EB41ED97CBA}"/>
              </a:ext>
            </a:extLst>
          </p:cNvPr>
          <p:cNvSpPr/>
          <p:nvPr/>
        </p:nvSpPr>
        <p:spPr>
          <a:xfrm>
            <a:off x="1320800" y="3403600"/>
            <a:ext cx="102362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heckbox">
            <a:extLst>
              <a:ext uri="{FF2B5EF4-FFF2-40B4-BE49-F238E27FC236}">
                <a16:creationId xmlns:a16="http://schemas.microsoft.com/office/drawing/2014/main" id="{41B64445-A923-485B-A3A6-6712DE2BD4CA}"/>
              </a:ext>
            </a:extLst>
          </p:cNvPr>
          <p:cNvSpPr/>
          <p:nvPr/>
        </p:nvSpPr>
        <p:spPr>
          <a:xfrm>
            <a:off x="635000" y="3670300"/>
            <a:ext cx="381000" cy="381000"/>
          </a:xfrm>
          <a:prstGeom prst="rect">
            <a:avLst/>
          </a:prstGeom>
          <a:noFill/>
          <a:ln w="28575" cap="flat" cmpd="sng" algn="ctr">
            <a:solidFill>
              <a:srgbClr val="FF99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C770C6C-11B9-4050-B64C-8D1815F7DD0B}"/>
              </a:ext>
            </a:extLst>
          </p:cNvPr>
          <p:cNvSpPr txBox="1"/>
          <p:nvPr/>
        </p:nvSpPr>
        <p:spPr>
          <a:xfrm>
            <a:off x="1320800" y="3479800"/>
            <a:ext cx="102362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2400" b="1">
                <a:solidFill>
                  <a:srgbClr val="F4F6FA"/>
                </a:solidFill>
              </a:rPr>
              <a:t>Rodar 1 live ou webinar antigo no Opus Clip e postar 3 cortes</a:t>
            </a:r>
          </a:p>
        </p:txBody>
      </p:sp>
      <p:sp>
        <p:nvSpPr>
          <p:cNvPr id="11" name="Divisor">
            <a:extLst>
              <a:ext uri="{FF2B5EF4-FFF2-40B4-BE49-F238E27FC236}">
                <a16:creationId xmlns:a16="http://schemas.microsoft.com/office/drawing/2014/main" id="{F00D14E6-AB4D-4BBD-A369-1B3F31154D34}"/>
              </a:ext>
            </a:extLst>
          </p:cNvPr>
          <p:cNvSpPr/>
          <p:nvPr/>
        </p:nvSpPr>
        <p:spPr>
          <a:xfrm>
            <a:off x="1320800" y="4318000"/>
            <a:ext cx="102362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heckbox">
            <a:extLst>
              <a:ext uri="{FF2B5EF4-FFF2-40B4-BE49-F238E27FC236}">
                <a16:creationId xmlns:a16="http://schemas.microsoft.com/office/drawing/2014/main" id="{3E8776FC-26A5-41B5-BFC6-37B811013BC9}"/>
              </a:ext>
            </a:extLst>
          </p:cNvPr>
          <p:cNvSpPr/>
          <p:nvPr/>
        </p:nvSpPr>
        <p:spPr>
          <a:xfrm>
            <a:off x="635000" y="4584700"/>
            <a:ext cx="381000" cy="381000"/>
          </a:xfrm>
          <a:prstGeom prst="rect">
            <a:avLst/>
          </a:prstGeom>
          <a:noFill/>
          <a:ln w="28575" cap="flat" cmpd="sng" algn="ctr">
            <a:solidFill>
              <a:srgbClr val="FF99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ECE9FFD-7960-4ED5-B354-8D3338993D63}"/>
              </a:ext>
            </a:extLst>
          </p:cNvPr>
          <p:cNvSpPr txBox="1"/>
          <p:nvPr/>
        </p:nvSpPr>
        <p:spPr>
          <a:xfrm>
            <a:off x="1320800" y="4394200"/>
            <a:ext cx="102362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2400" b="1">
                <a:solidFill>
                  <a:srgbClr val="F4F6FA"/>
                </a:solidFill>
              </a:rPr>
              <a:t>Seguir os 4 perfis do Instagram e salvar 5 referências de formato</a:t>
            </a:r>
          </a:p>
        </p:txBody>
      </p:sp>
      <p:sp>
        <p:nvSpPr>
          <p:cNvPr id="14" name="Divisor">
            <a:extLst>
              <a:ext uri="{FF2B5EF4-FFF2-40B4-BE49-F238E27FC236}">
                <a16:creationId xmlns:a16="http://schemas.microsoft.com/office/drawing/2014/main" id="{1B8D22A3-0631-4958-B51A-FC0E97B429D2}"/>
              </a:ext>
            </a:extLst>
          </p:cNvPr>
          <p:cNvSpPr/>
          <p:nvPr/>
        </p:nvSpPr>
        <p:spPr>
          <a:xfrm>
            <a:off x="1320800" y="5232400"/>
            <a:ext cx="10236200" cy="12700"/>
          </a:xfrm>
          <a:prstGeom prst="rect">
            <a:avLst/>
          </a:prstGeom>
          <a:solidFill>
            <a:srgbClr val="2A365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heckbox">
            <a:extLst>
              <a:ext uri="{FF2B5EF4-FFF2-40B4-BE49-F238E27FC236}">
                <a16:creationId xmlns:a16="http://schemas.microsoft.com/office/drawing/2014/main" id="{4F2C524E-96A6-4ECF-BF4D-B4FA713B7E34}"/>
              </a:ext>
            </a:extLst>
          </p:cNvPr>
          <p:cNvSpPr/>
          <p:nvPr/>
        </p:nvSpPr>
        <p:spPr>
          <a:xfrm>
            <a:off x="635000" y="5499100"/>
            <a:ext cx="381000" cy="381000"/>
          </a:xfrm>
          <a:prstGeom prst="rect">
            <a:avLst/>
          </a:prstGeom>
          <a:noFill/>
          <a:ln w="28575" cap="flat" cmpd="sng" algn="ctr">
            <a:solidFill>
              <a:srgbClr val="FF99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A314609-023F-404A-9D21-A5037B8CE0D7}"/>
              </a:ext>
            </a:extLst>
          </p:cNvPr>
          <p:cNvSpPr txBox="1"/>
          <p:nvPr/>
        </p:nvSpPr>
        <p:spPr>
          <a:xfrm>
            <a:off x="1320800" y="5308600"/>
            <a:ext cx="102362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pt-BR" sz="2400" b="1">
                <a:solidFill>
                  <a:srgbClr val="F4F6FA"/>
                </a:solidFill>
              </a:rPr>
              <a:t>Trazer 1 dúvida concreta para a próxima mentoria</a:t>
            </a:r>
          </a:p>
        </p:txBody>
      </p:sp>
    </p:spTree>
    <p:extLst>
      <p:ext uri="{BB962C8B-B14F-4D97-AF65-F5344CB8AC3E}">
        <p14:creationId xmlns:p14="http://schemas.microsoft.com/office/powerpoint/2010/main" val="2042540899"/>
      </p:ext>
    </p:extLst>
  </p:cSld>
  <p:clrMapOvr>
    <a:masterClrMapping/>
  </p:clrMapOvr>
</p:sld>
</file>

<file path=ppt/theme/theme1.xml><?xml version="1.0" encoding="utf-8"?>
<a:theme xmlns:a="http://schemas.openxmlformats.org/drawingml/2006/main" name="AWS Community Builders [1792528777524]">
  <a:themeElements>
    <a:clrScheme name="AWS Community Builders">
      <a:dk1>
        <a:srgbClr val="F4F6FA"/>
      </a:dk1>
      <a:lt1>
        <a:srgbClr val="141A28"/>
      </a:lt1>
      <a:dk2>
        <a:srgbClr val="A9B4C8"/>
      </a:dk2>
      <a:lt2>
        <a:srgbClr val="1F2940"/>
      </a:lt2>
      <a:accent1>
        <a:srgbClr val="FF9900"/>
      </a:accent1>
      <a:accent2>
        <a:srgbClr val="22C7A9"/>
      </a:accent2>
      <a:accent3>
        <a:srgbClr val="3B8DEB"/>
      </a:accent3>
      <a:accent4>
        <a:srgbClr val="2A3652"/>
      </a:accent4>
      <a:accent5>
        <a:srgbClr val="8794AB"/>
      </a:accent5>
      <a:accent6>
        <a:srgbClr val="0F1420"/>
      </a:accent6>
      <a:hlink>
        <a:srgbClr val="5AA2F0"/>
      </a:hlink>
      <a:folHlink>
        <a:srgbClr val="A9B4C8"/>
      </a:folHlink>
    </a:clrScheme>
    <a:fontScheme name="AWS Community Builder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Sólidos Suti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ede" id="{895B3F06-F589-4DAC-AAAB-6D9F6CC961D9}" vid="{0830D066-5876-4F2A-9488-4519957997F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9B028B6-6D2A-4C4B-B2A5-DE20699A6305}">
  <we:reference id="f5f369e5-aa35-49d7-ad7b-638152ddb008" version="1.0.0.1" store="EXCatalog" storeType="EXCatalog"/>
  <we:alternateReferences>
    <we:reference id="WA200010001" version="1.0.0.1" store="pt-BR" storeType="OMEX"/>
  </we:alternateReferences>
  <we:properties>
    <we:property name="claude.fileId" value="&quot;779a4023-bea0-4499-afef-eaeb01af784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0A527001218D643BCE2CB5010569311" ma:contentTypeVersion="19" ma:contentTypeDescription="Crie um novo documento." ma:contentTypeScope="" ma:versionID="aacb0b1add0242dbe4a81a6d36f2e0f5">
  <xsd:schema xmlns:xsd="http://www.w3.org/2001/XMLSchema" xmlns:xs="http://www.w3.org/2001/XMLSchema" xmlns:p="http://schemas.microsoft.com/office/2006/metadata/properties" xmlns:ns2="b6d99a4e-ca6f-4b08-b610-a3dd178f736a" xmlns:ns3="1fef7b2c-3f42-430f-9e71-0985d0f17838" targetNamespace="http://schemas.microsoft.com/office/2006/metadata/properties" ma:root="true" ma:fieldsID="fac22f0debc7c34ba2bf1a663a962b04" ns2:_="" ns3:_="">
    <xsd:import namespace="b6d99a4e-ca6f-4b08-b610-a3dd178f736a"/>
    <xsd:import namespace="1fef7b2c-3f42-430f-9e71-0985d0f1783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d99a4e-ca6f-4b08-b610-a3dd178f736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461de86-5708-4044-ab09-a83167688adc}" ma:internalName="TaxCatchAll" ma:showField="CatchAllData" ma:web="b6d99a4e-ca6f-4b08-b610-a3dd178f73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ef7b2c-3f42-430f-9e71-0985d0f178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c88b5477-5822-4d7e-9ab2-6f9c9ae097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6d99a4e-ca6f-4b08-b610-a3dd178f736a">
      <UserInfo>
        <DisplayName>Gabriel Brito de Oliveira</DisplayName>
        <AccountId>69</AccountId>
        <AccountType/>
      </UserInfo>
      <UserInfo>
        <DisplayName>Rodrigo de Carvalho Rocha Oliveira</DisplayName>
        <AccountId>268</AccountId>
        <AccountType/>
      </UserInfo>
    </SharedWithUsers>
    <TaxCatchAll xmlns="b6d99a4e-ca6f-4b08-b610-a3dd178f736a" xsi:nil="true"/>
    <lcf76f155ced4ddcb4097134ff3c332f xmlns="1fef7b2c-3f42-430f-9e71-0985d0f1783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DCBE3C5-F07E-4545-951D-7201D1E2FA4C}">
  <ds:schemaRefs>
    <ds:schemaRef ds:uri="1fef7b2c-3f42-430f-9e71-0985d0f17838"/>
    <ds:schemaRef ds:uri="b6d99a4e-ca6f-4b08-b610-a3dd178f73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EDF2209-25BC-48DF-8EC1-414F6DB1B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C424E5-1323-429E-AD6D-35E702341A42}">
  <ds:schemaRefs>
    <ds:schemaRef ds:uri="1fef7b2c-3f42-430f-9e71-0985d0f17838"/>
    <ds:schemaRef ds:uri="b6d99a4e-ca6f-4b08-b610-a3dd178f736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424</TotalTime>
  <Words>725</Words>
  <Application>Microsoft Office PowerPoint</Application>
  <PresentationFormat>Widescreen</PresentationFormat>
  <Paragraphs>147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AWS Community Builders [1792528777524]</vt:lpstr>
      <vt:lpstr>Mentoria AWS Community Builders</vt:lpstr>
      <vt:lpstr>Agenda</vt:lpstr>
      <vt:lpstr>Cronograma até a Submissão</vt:lpstr>
      <vt:lpstr>Como criar suas metas</vt:lpstr>
      <vt:lpstr>Lição de casa</vt:lpstr>
      <vt:lpstr>Etapa 02: Entregas Mínimas</vt:lpstr>
      <vt:lpstr>O que são “Entregas Mínimas”</vt:lpstr>
      <vt:lpstr>Checklist — as 4 entregas mínimas</vt:lpstr>
      <vt:lpstr>Ferramentas do criador</vt:lpstr>
      <vt:lpstr>CapCut</vt:lpstr>
      <vt:lpstr>Opus Clip</vt:lpstr>
      <vt:lpstr>CapCut × Opus Clip</vt:lpstr>
      <vt:lpstr>Perfis para seguir e estudar</vt:lpstr>
      <vt:lpstr>Lição de casa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Emily Souza Lima</dc:creator>
  <cp:lastModifiedBy>Thiago Nunes Marques</cp:lastModifiedBy>
  <cp:revision>7</cp:revision>
  <dcterms:created xsi:type="dcterms:W3CDTF">2023-01-26T19:04:38Z</dcterms:created>
  <dcterms:modified xsi:type="dcterms:W3CDTF">2026-10-20T20:53:28Z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0x01010070A527001218D643BCE2CB5010569311</vt:lpwstr>
  </property>
  <property fmtid="{D5CDD505-2E9C-101B-9397-08002B2CF9AE}" pid="4" name="MSIP_Label_608b97d0-2adb-46cd-808f-e47c6343c4a2_Enabled">
    <vt:lpwstr>true</vt:lpwstr>
  </property>
  <property fmtid="{D5CDD505-2E9C-101B-9397-08002B2CF9AE}" pid="5" name="MSIP_Label_608b97d0-2adb-46cd-808f-e47c6343c4a2_SetDate">
    <vt:lpwstr>2026-10-15T13:04:55Z</vt:lpwstr>
  </property>
  <property fmtid="{D5CDD505-2E9C-101B-9397-08002B2CF9AE}" pid="6" name="MSIP_Label_608b97d0-2adb-46cd-808f-e47c6343c4a2_Method">
    <vt:lpwstr>Privileged</vt:lpwstr>
  </property>
  <property fmtid="{D5CDD505-2E9C-101B-9397-08002B2CF9AE}" pid="7" name="MSIP_Label_608b97d0-2adb-46cd-808f-e47c6343c4a2_Name">
    <vt:lpwstr>Interno</vt:lpwstr>
  </property>
  <property fmtid="{D5CDD505-2E9C-101B-9397-08002B2CF9AE}" pid="8" name="MSIP_Label_608b97d0-2adb-46cd-808f-e47c6343c4a2_SiteId">
    <vt:lpwstr>538a9031-c50a-4bfd-80d8-0bdef0c18b09</vt:lpwstr>
  </property>
  <property fmtid="{D5CDD505-2E9C-101B-9397-08002B2CF9AE}" pid="9" name="MSIP_Label_608b97d0-2adb-46cd-808f-e47c6343c4a2_ActionId">
    <vt:lpwstr>65cc6461-6b2a-4e75-ad71-70295cda3273</vt:lpwstr>
  </property>
  <property fmtid="{D5CDD505-2E9C-101B-9397-08002B2CF9AE}" pid="10" name="MSIP_Label_608b97d0-2adb-46cd-808f-e47c6343c4a2_ContentBits">
    <vt:lpwstr>3</vt:lpwstr>
  </property>
  <property fmtid="{D5CDD505-2E9C-101B-9397-08002B2CF9AE}" pid="11" name="MSIP_Label_608b97d0-2adb-46cd-808f-e47c6343c4a2_Tag">
    <vt:lpwstr>10, 0, 1, 1</vt:lpwstr>
  </property>
  <property fmtid="{D5CDD505-2E9C-101B-9397-08002B2CF9AE}" pid="12" name="ClassificationContentMarkingFooterLocations">
    <vt:lpwstr>Darede:8</vt:lpwstr>
  </property>
  <property fmtid="{D5CDD505-2E9C-101B-9397-08002B2CF9AE}" pid="13" name="ClassificationContentMarkingFooterText">
    <vt:lpwstr>[Documento Interno - Darede Serviços de TI LTDA]</vt:lpwstr>
  </property>
  <property fmtid="{D5CDD505-2E9C-101B-9397-08002B2CF9AE}" pid="14" name="ClassificationContentMarkingHeaderLocations">
    <vt:lpwstr>Darede:7</vt:lpwstr>
  </property>
  <property fmtid="{D5CDD505-2E9C-101B-9397-08002B2CF9AE}" pid="15" name="ClassificationContentMarkingHeaderText">
    <vt:lpwstr>[Documento Interno - Darede Serviços de TI LTDA]</vt:lpwstr>
  </property>
</Properties>
</file>